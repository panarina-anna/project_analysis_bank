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80" r:id="rId7"/>
    <p:sldId id="282" r:id="rId8"/>
    <p:sldId id="281" r:id="rId9"/>
    <p:sldId id="283" r:id="rId10"/>
    <p:sldId id="285" r:id="rId11"/>
    <p:sldId id="284" r:id="rId12"/>
    <p:sldId id="286" r:id="rId13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6D9F66E-5EB9-4882-86FB-DCBF35E3C3E4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2" autoAdjust="0"/>
    <p:restoredTop sz="94646" autoAdjust="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outlineViewPr>
    <p:cViewPr>
      <p:scale>
        <a:sx n="33" d="100"/>
        <a:sy n="33" d="100"/>
      </p:scale>
      <p:origin x="0" y="-7421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6" d="100"/>
          <a:sy n="106" d="100"/>
        </p:scale>
        <p:origin x="4134" y="1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82B61F67-4219-82BD-D357-355AA7591C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54FE2BF-AD88-9811-C6DD-79DABAC5595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144DDA53-17BB-4810-91A8-94FE944ADC38}" type="datetimeFigureOut">
              <a:rPr lang="ru-RU" smtClean="0"/>
              <a:t>28.03.2026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18F7338-476F-59A1-B752-865882DA123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9C2ED2-F5D9-8398-9B1F-9E1D760B07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6D8BCF56-022D-4E84-9600-36794E4DE26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55058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ru-RU" sz="1200"/>
            </a:lvl1pPr>
          </a:lstStyle>
          <a:p>
            <a:pPr rtl="0"/>
            <a:fld id="{6AF08D30-F807-4561-A81E-6E077448AA00}" type="datetimeFigureOut">
              <a:rPr lang="ru-RU" smtClean="0"/>
              <a:t>28.03.2026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ru-RU" sz="1200"/>
            </a:lvl1pPr>
          </a:lstStyle>
          <a:p>
            <a:pPr rtl="0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ru-RU" sz="1200"/>
            </a:lvl1pPr>
          </a:lstStyle>
          <a:p>
            <a:pPr rtl="0"/>
            <a:fld id="{DD82C05A-7A07-4286-AA18-B883C0AF9A3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3189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ru-RU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85076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052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9885A-4065-2483-4C4E-0E7EC3A2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A73C6D7-DEDD-9CFC-8671-B149BD719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EDD163E-A843-9B3E-87A7-A38376BA3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C40FD5-6454-9933-7985-38D2FE4AD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7204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9B071-650B-F7AF-EDCF-9BFF4A780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DBB86DA-E8E4-FAC3-CF12-F51D18C27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FA8739F-766F-B4CB-52BA-F2FF5BA93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7E9CFBF-B90B-59D7-6215-1F4D55D15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3109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9F5DF-0E74-69BB-7B0B-16ED4041B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4B99063-8C07-D399-A889-8F65A60C4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2234C7A-5CF1-4C9B-73EF-D1BED66E1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2CF489-EF0E-F2C5-797D-BEC856555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77860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360CA-DD6C-488C-9BA2-661AE421E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75446C1-0330-3F26-7EE1-982052DDE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B2CFAF-19E5-E62B-C941-14D7E3510F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7167E3F-6E59-4445-FE7F-EFB5D97D0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5611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BB3B8-343F-3962-9F8B-2CFB06806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5D1CA51-9734-056C-7D31-4D301B365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A561047-88B3-5AA8-C8CB-2B3A48E93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6FBE2FF-1719-DA8E-AAD8-155BAFB44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62297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5D1B9-22E5-FA93-A785-6E56A6243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BF459AA-A64B-DD90-8AB3-E523E22662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272E037-6D0F-D98C-B544-46D749BC1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E50F5E-EE8F-9889-CB44-EBC08FA4D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42555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B4AD3-907A-3744-A9F1-961B09E01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5AD1114-E64F-FB77-C98C-85603304FF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1AA467A-B381-FD87-FF4D-E2E437980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54FBC86-C416-DBDE-49DD-7EDD1456D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ru-RU"/>
            </a:defPPr>
          </a:lstStyle>
          <a:p>
            <a:pPr rtl="0"/>
            <a:fld id="{DD82C05A-7A07-4286-AA18-B883C0AF9A3B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4593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3.svg"/><Relationship Id="rId9" Type="http://schemas.openxmlformats.org/officeDocument/2006/relationships/image" Target="../media/image10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2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2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олилиния: Фигура 16">
            <a:extLst>
              <a:ext uri="{FF2B5EF4-FFF2-40B4-BE49-F238E27FC236}">
                <a16:creationId xmlns:a16="http://schemas.microsoft.com/office/drawing/2014/main" id="{327CAC6E-6513-EFEF-80DD-DC09D9C4B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1132" y="1"/>
            <a:ext cx="4040868" cy="2484203"/>
          </a:xfrm>
          <a:custGeom>
            <a:avLst/>
            <a:gdLst>
              <a:gd name="connsiteX0" fmla="*/ 1639501 w 4040868"/>
              <a:gd name="connsiteY0" fmla="*/ 0 h 2484203"/>
              <a:gd name="connsiteX1" fmla="*/ 1927972 w 4040868"/>
              <a:gd name="connsiteY1" fmla="*/ 0 h 2484203"/>
              <a:gd name="connsiteX2" fmla="*/ 1936047 w 4040868"/>
              <a:gd name="connsiteY2" fmla="*/ 69832 h 2484203"/>
              <a:gd name="connsiteX3" fmla="*/ 1871145 w 4040868"/>
              <a:gd name="connsiteY3" fmla="*/ 561938 h 2484203"/>
              <a:gd name="connsiteX4" fmla="*/ 1876589 w 4040868"/>
              <a:gd name="connsiteY4" fmla="*/ 1144624 h 2484203"/>
              <a:gd name="connsiteX5" fmla="*/ 2418931 w 4040868"/>
              <a:gd name="connsiteY5" fmla="*/ 931295 h 2484203"/>
              <a:gd name="connsiteX6" fmla="*/ 3278854 w 4040868"/>
              <a:gd name="connsiteY6" fmla="*/ 718297 h 2484203"/>
              <a:gd name="connsiteX7" fmla="*/ 3403625 w 4040868"/>
              <a:gd name="connsiteY7" fmla="*/ 1595367 h 2484203"/>
              <a:gd name="connsiteX8" fmla="*/ 3409135 w 4040868"/>
              <a:gd name="connsiteY8" fmla="*/ 2178165 h 2484203"/>
              <a:gd name="connsiteX9" fmla="*/ 3951362 w 4040868"/>
              <a:gd name="connsiteY9" fmla="*/ 1964825 h 2484203"/>
              <a:gd name="connsiteX10" fmla="*/ 4040868 w 4040868"/>
              <a:gd name="connsiteY10" fmla="*/ 1907085 h 2484203"/>
              <a:gd name="connsiteX11" fmla="*/ 4040868 w 4040868"/>
              <a:gd name="connsiteY11" fmla="*/ 2245468 h 2484203"/>
              <a:gd name="connsiteX12" fmla="*/ 3897247 w 4040868"/>
              <a:gd name="connsiteY12" fmla="*/ 2338115 h 2484203"/>
              <a:gd name="connsiteX13" fmla="*/ 3250168 w 4040868"/>
              <a:gd name="connsiteY13" fmla="*/ 2413957 h 2484203"/>
              <a:gd name="connsiteX14" fmla="*/ 3125358 w 4040868"/>
              <a:gd name="connsiteY14" fmla="*/ 1536797 h 2484203"/>
              <a:gd name="connsiteX15" fmla="*/ 3119853 w 4040868"/>
              <a:gd name="connsiteY15" fmla="*/ 954065 h 2484203"/>
              <a:gd name="connsiteX16" fmla="*/ 2577517 w 4040868"/>
              <a:gd name="connsiteY16" fmla="*/ 1167400 h 2484203"/>
              <a:gd name="connsiteX17" fmla="*/ 1717591 w 4040868"/>
              <a:gd name="connsiteY17" fmla="*/ 1380395 h 2484203"/>
              <a:gd name="connsiteX18" fmla="*/ 1592853 w 4040868"/>
              <a:gd name="connsiteY18" fmla="*/ 503348 h 2484203"/>
              <a:gd name="connsiteX19" fmla="*/ 1642974 w 4040868"/>
              <a:gd name="connsiteY19" fmla="*/ 8510 h 2484203"/>
              <a:gd name="connsiteX20" fmla="*/ 0 w 4040868"/>
              <a:gd name="connsiteY20" fmla="*/ 0 h 2484203"/>
              <a:gd name="connsiteX21" fmla="*/ 285293 w 4040868"/>
              <a:gd name="connsiteY21" fmla="*/ 0 h 2484203"/>
              <a:gd name="connsiteX22" fmla="*/ 288683 w 4040868"/>
              <a:gd name="connsiteY22" fmla="*/ 23305 h 2484203"/>
              <a:gd name="connsiteX23" fmla="*/ 344260 w 4040868"/>
              <a:gd name="connsiteY23" fmla="*/ 111230 h 2484203"/>
              <a:gd name="connsiteX24" fmla="*/ 728339 w 4040868"/>
              <a:gd name="connsiteY24" fmla="*/ 1794 h 2484203"/>
              <a:gd name="connsiteX25" fmla="*/ 731070 w 4040868"/>
              <a:gd name="connsiteY25" fmla="*/ 0 h 2484203"/>
              <a:gd name="connsiteX26" fmla="*/ 1253365 w 4040868"/>
              <a:gd name="connsiteY26" fmla="*/ 0 h 2484203"/>
              <a:gd name="connsiteX27" fmla="*/ 1203261 w 4040868"/>
              <a:gd name="connsiteY27" fmla="*/ 30014 h 2484203"/>
              <a:gd name="connsiteX28" fmla="*/ 1045098 w 4040868"/>
              <a:gd name="connsiteY28" fmla="*/ 133945 h 2484203"/>
              <a:gd name="connsiteX29" fmla="*/ 185259 w 4040868"/>
              <a:gd name="connsiteY29" fmla="*/ 346999 h 2484203"/>
              <a:gd name="connsiteX30" fmla="*/ 8682 w 4040868"/>
              <a:gd name="connsiteY30" fmla="*/ 75030 h 248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040868" h="2484203">
                <a:moveTo>
                  <a:pt x="1639501" y="0"/>
                </a:moveTo>
                <a:lnTo>
                  <a:pt x="1927972" y="0"/>
                </a:lnTo>
                <a:lnTo>
                  <a:pt x="1936047" y="69832"/>
                </a:lnTo>
                <a:cubicBezTo>
                  <a:pt x="1941935" y="225592"/>
                  <a:pt x="1905398" y="399199"/>
                  <a:pt x="1871145" y="561938"/>
                </a:cubicBezTo>
                <a:cubicBezTo>
                  <a:pt x="1818675" y="811204"/>
                  <a:pt x="1764412" y="1068972"/>
                  <a:pt x="1876589" y="1144624"/>
                </a:cubicBezTo>
                <a:cubicBezTo>
                  <a:pt x="1988767" y="1220276"/>
                  <a:pt x="2207469" y="1073404"/>
                  <a:pt x="2418931" y="931295"/>
                </a:cubicBezTo>
                <a:cubicBezTo>
                  <a:pt x="2695019" y="745819"/>
                  <a:pt x="3007951" y="535602"/>
                  <a:pt x="3278854" y="718297"/>
                </a:cubicBezTo>
                <a:cubicBezTo>
                  <a:pt x="3549759" y="900994"/>
                  <a:pt x="3472126" y="1269896"/>
                  <a:pt x="3403625" y="1595367"/>
                </a:cubicBezTo>
                <a:cubicBezTo>
                  <a:pt x="3351132" y="1844684"/>
                  <a:pt x="3296911" y="2102481"/>
                  <a:pt x="3409135" y="2178165"/>
                </a:cubicBezTo>
                <a:cubicBezTo>
                  <a:pt x="3521360" y="2253848"/>
                  <a:pt x="3739918" y="2106880"/>
                  <a:pt x="3951362" y="1964825"/>
                </a:cubicBezTo>
                <a:lnTo>
                  <a:pt x="4040868" y="1907085"/>
                </a:lnTo>
                <a:lnTo>
                  <a:pt x="4040868" y="2245468"/>
                </a:lnTo>
                <a:lnTo>
                  <a:pt x="3897247" y="2338115"/>
                </a:lnTo>
                <a:cubicBezTo>
                  <a:pt x="3680078" y="2466935"/>
                  <a:pt x="3453297" y="2550946"/>
                  <a:pt x="3250168" y="2413957"/>
                </a:cubicBezTo>
                <a:cubicBezTo>
                  <a:pt x="2979295" y="2231282"/>
                  <a:pt x="3056854" y="1862273"/>
                  <a:pt x="3125358" y="1536797"/>
                </a:cubicBezTo>
                <a:cubicBezTo>
                  <a:pt x="3177820" y="1287528"/>
                  <a:pt x="3232077" y="1029749"/>
                  <a:pt x="3119853" y="954065"/>
                </a:cubicBezTo>
                <a:cubicBezTo>
                  <a:pt x="3007628" y="878381"/>
                  <a:pt x="2788984" y="1025298"/>
                  <a:pt x="2577517" y="1167400"/>
                </a:cubicBezTo>
                <a:cubicBezTo>
                  <a:pt x="2301431" y="1352887"/>
                  <a:pt x="1988500" y="1563095"/>
                  <a:pt x="1717591" y="1380395"/>
                </a:cubicBezTo>
                <a:cubicBezTo>
                  <a:pt x="1446683" y="1197696"/>
                  <a:pt x="1524354" y="828830"/>
                  <a:pt x="1592853" y="503348"/>
                </a:cubicBezTo>
                <a:cubicBezTo>
                  <a:pt x="1632232" y="316369"/>
                  <a:pt x="1672597" y="124625"/>
                  <a:pt x="1642974" y="8510"/>
                </a:cubicBezTo>
                <a:close/>
                <a:moveTo>
                  <a:pt x="0" y="0"/>
                </a:moveTo>
                <a:lnTo>
                  <a:pt x="285293" y="0"/>
                </a:lnTo>
                <a:lnTo>
                  <a:pt x="288683" y="23305"/>
                </a:lnTo>
                <a:cubicBezTo>
                  <a:pt x="298556" y="62009"/>
                  <a:pt x="316206" y="92310"/>
                  <a:pt x="344260" y="111230"/>
                </a:cubicBezTo>
                <a:cubicBezTo>
                  <a:pt x="428424" y="167989"/>
                  <a:pt x="572407" y="99511"/>
                  <a:pt x="728339" y="1794"/>
                </a:cubicBezTo>
                <a:lnTo>
                  <a:pt x="731070" y="0"/>
                </a:lnTo>
                <a:lnTo>
                  <a:pt x="1253365" y="0"/>
                </a:lnTo>
                <a:lnTo>
                  <a:pt x="1203261" y="30014"/>
                </a:lnTo>
                <a:cubicBezTo>
                  <a:pt x="1151276" y="62590"/>
                  <a:pt x="1097964" y="98419"/>
                  <a:pt x="1045098" y="133945"/>
                </a:cubicBezTo>
                <a:cubicBezTo>
                  <a:pt x="769005" y="319427"/>
                  <a:pt x="456124" y="529669"/>
                  <a:pt x="185259" y="346999"/>
                </a:cubicBezTo>
                <a:cubicBezTo>
                  <a:pt x="83685" y="278498"/>
                  <a:pt x="31110" y="183804"/>
                  <a:pt x="8682" y="7503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50000"/>
            </a:schemeClr>
          </a:solidFill>
          <a:ln w="15939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pic>
        <p:nvPicPr>
          <p:cNvPr id="14" name="Графический объект 13">
            <a:extLst>
              <a:ext uri="{FF2B5EF4-FFF2-40B4-BE49-F238E27FC236}">
                <a16:creationId xmlns:a16="http://schemas.microsoft.com/office/drawing/2014/main" id="{39D0D1EA-36A7-6453-1FD4-3D8EDB9E3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898"/>
          <a:stretch/>
        </p:blipFill>
        <p:spPr>
          <a:xfrm>
            <a:off x="0" y="2536372"/>
            <a:ext cx="2197076" cy="3717471"/>
          </a:xfrm>
          <a:prstGeom prst="rect">
            <a:avLst/>
          </a:prstGeom>
        </p:spPr>
      </p:pic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956C6AF7-C52F-0661-9756-4ACF5F53D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698171" y="691024"/>
            <a:ext cx="8795658" cy="5475954"/>
            <a:chOff x="1698171" y="691024"/>
            <a:chExt cx="8795658" cy="5475954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28E9A7E9-8102-96E8-3AFE-500CB362A1DC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8795658" cy="5475954"/>
              <a:chOff x="1466850" y="380320"/>
              <a:chExt cx="9258300" cy="5763985"/>
            </a:xfrm>
          </p:grpSpPr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053ECDAF-8D46-3B38-8636-403A9D6E1AE5}"/>
                  </a:ext>
                </a:extLst>
              </p:cNvPr>
              <p:cNvSpPr/>
              <p:nvPr userDrawn="1"/>
            </p:nvSpPr>
            <p:spPr>
              <a:xfrm>
                <a:off x="1466850" y="875620"/>
                <a:ext cx="9258300" cy="5268685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CF9042C5-541D-EACD-1550-73F521EE58CE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9258300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10" name="Группа 9">
              <a:extLst>
                <a:ext uri="{FF2B5EF4-FFF2-40B4-BE49-F238E27FC236}">
                  <a16:creationId xmlns:a16="http://schemas.microsoft.com/office/drawing/2014/main" id="{C316982B-45E5-11C7-13E9-FFB7118F3739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7" name="Овал 6">
                <a:extLst>
                  <a:ext uri="{FF2B5EF4-FFF2-40B4-BE49-F238E27FC236}">
                    <a16:creationId xmlns:a16="http://schemas.microsoft.com/office/drawing/2014/main" id="{BAEAE856-A4AE-737F-5F25-C2D45CCF9350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1869E9B6-7A5C-6135-A347-B48DCD6D4E3A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9" name="Овал 8">
                <a:extLst>
                  <a:ext uri="{FF2B5EF4-FFF2-40B4-BE49-F238E27FC236}">
                    <a16:creationId xmlns:a16="http://schemas.microsoft.com/office/drawing/2014/main" id="{04D07301-3180-6D7F-A1D1-2011E615007D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39686" y="1209643"/>
            <a:ext cx="8508273" cy="4968000"/>
          </a:xfrm>
        </p:spPr>
        <p:txBody>
          <a:bodyPr rtlCol="0" anchor="ctr">
            <a:noAutofit/>
          </a:bodyPr>
          <a:lstStyle>
            <a:lvl1pPr algn="ctr">
              <a:defRPr lang="ru-RU" sz="7200"/>
            </a:lvl1pPr>
          </a:lstStyle>
          <a:p>
            <a:pPr rtl="0"/>
            <a:r>
              <a:rPr lang="ru-RU" b="1" dirty="0"/>
              <a:t>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273499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Графический объект 45">
            <a:extLst>
              <a:ext uri="{FF2B5EF4-FFF2-40B4-BE49-F238E27FC236}">
                <a16:creationId xmlns:a16="http://schemas.microsoft.com/office/drawing/2014/main" id="{FFDE191C-52DF-6A6D-EC88-18A052FFB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7716"/>
          <a:stretch/>
        </p:blipFill>
        <p:spPr>
          <a:xfrm rot="16200000">
            <a:off x="9722190" y="160175"/>
            <a:ext cx="2394401" cy="2545223"/>
          </a:xfrm>
          <a:prstGeom prst="rect">
            <a:avLst/>
          </a:prstGeom>
        </p:spPr>
      </p:pic>
      <p:pic>
        <p:nvPicPr>
          <p:cNvPr id="31" name="Графический объект 30">
            <a:extLst>
              <a:ext uri="{FF2B5EF4-FFF2-40B4-BE49-F238E27FC236}">
                <a16:creationId xmlns:a16="http://schemas.microsoft.com/office/drawing/2014/main" id="{6D30DCAC-B495-853F-9921-FBA3901866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1140620" y="2616531"/>
            <a:ext cx="2394401" cy="4086444"/>
          </a:xfrm>
          <a:prstGeom prst="rect">
            <a:avLst/>
          </a:prstGeom>
        </p:spPr>
      </p:pic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CB78A71-D8F9-12A2-1D4E-A2C2E4E15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594100" y="380999"/>
            <a:ext cx="4972050" cy="5475954"/>
            <a:chOff x="1698171" y="691024"/>
            <a:chExt cx="4972050" cy="5475954"/>
          </a:xfrm>
        </p:grpSpPr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D1FCBAB4-0CBD-A738-A058-100C35A0BDF1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4972050" cy="5475954"/>
              <a:chOff x="1466850" y="380320"/>
              <a:chExt cx="5233574" cy="5763985"/>
            </a:xfrm>
          </p:grpSpPr>
          <p:sp>
            <p:nvSpPr>
              <p:cNvPr id="38" name="Прямоугольник 37">
                <a:extLst>
                  <a:ext uri="{FF2B5EF4-FFF2-40B4-BE49-F238E27FC236}">
                    <a16:creationId xmlns:a16="http://schemas.microsoft.com/office/drawing/2014/main" id="{A67098CE-4555-2BEE-5226-2E2F9EE1D5BB}"/>
                  </a:ext>
                </a:extLst>
              </p:cNvPr>
              <p:cNvSpPr/>
              <p:nvPr userDrawn="1"/>
            </p:nvSpPr>
            <p:spPr>
              <a:xfrm>
                <a:off x="1466850" y="875620"/>
                <a:ext cx="5233574" cy="5268685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9" name="Прямоугольник 38">
                <a:extLst>
                  <a:ext uri="{FF2B5EF4-FFF2-40B4-BE49-F238E27FC236}">
                    <a16:creationId xmlns:a16="http://schemas.microsoft.com/office/drawing/2014/main" id="{6A0CBAEB-0BE9-F75E-CB8D-A411C52E889A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5233574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0EDFCBD7-3731-A5D1-BB82-218531D6BA6E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35" name="Овал 34">
                <a:extLst>
                  <a:ext uri="{FF2B5EF4-FFF2-40B4-BE49-F238E27FC236}">
                    <a16:creationId xmlns:a16="http://schemas.microsoft.com/office/drawing/2014/main" id="{AA6D4634-51B3-BE70-0479-199D811D75F3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6" name="Овал 35">
                <a:extLst>
                  <a:ext uri="{FF2B5EF4-FFF2-40B4-BE49-F238E27FC236}">
                    <a16:creationId xmlns:a16="http://schemas.microsoft.com/office/drawing/2014/main" id="{B2B1D16B-1A18-4890-4596-F24DD1C0BA94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7" name="Овал 36">
                <a:extLst>
                  <a:ext uri="{FF2B5EF4-FFF2-40B4-BE49-F238E27FC236}">
                    <a16:creationId xmlns:a16="http://schemas.microsoft.com/office/drawing/2014/main" id="{E98E60AF-0ABD-505A-4D5D-18B025CCA331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40" name="Заголовок 1">
            <a:extLst>
              <a:ext uri="{FF2B5EF4-FFF2-40B4-BE49-F238E27FC236}">
                <a16:creationId xmlns:a16="http://schemas.microsoft.com/office/drawing/2014/main" id="{A048DF11-5712-A1DF-9E33-2C705AF54B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7068" y="851547"/>
            <a:ext cx="4275364" cy="1979634"/>
          </a:xfrm>
        </p:spPr>
        <p:txBody>
          <a:bodyPr rtlCol="0" anchor="ctr"/>
          <a:lstStyle>
            <a:lvl1pPr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41" name="Объект 2">
            <a:extLst>
              <a:ext uri="{FF2B5EF4-FFF2-40B4-BE49-F238E27FC236}">
                <a16:creationId xmlns:a16="http://schemas.microsoft.com/office/drawing/2014/main" id="{5FC08F1C-3206-A42D-3BCD-F04FBA78394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47886" y="2831182"/>
            <a:ext cx="4275364" cy="2660213"/>
          </a:xfrm>
        </p:spPr>
        <p:txBody>
          <a:bodyPr tIns="0" bIns="0" rtlCol="0"/>
          <a:lstStyle>
            <a:lvl1pPr>
              <a:lnSpc>
                <a:spcPct val="150000"/>
              </a:lnSpc>
              <a:defRPr lang="ru-RU" sz="1800"/>
            </a:lvl1pPr>
            <a:lvl2pPr>
              <a:lnSpc>
                <a:spcPct val="150000"/>
              </a:lnSpc>
              <a:defRPr lang="ru-RU" sz="1800"/>
            </a:lvl2pPr>
            <a:lvl3pPr>
              <a:lnSpc>
                <a:spcPct val="150000"/>
              </a:lnSpc>
              <a:defRPr lang="ru-RU" sz="1600"/>
            </a:lvl3pPr>
            <a:lvl4pPr>
              <a:lnSpc>
                <a:spcPct val="150000"/>
              </a:lnSpc>
              <a:defRPr lang="ru-RU" sz="1400"/>
            </a:lvl4pPr>
            <a:lvl5pPr>
              <a:lnSpc>
                <a:spcPct val="150000"/>
              </a:lnSpc>
              <a:defRPr lang="ru-RU" sz="14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9671B5C-5A86-C6A6-2913-1F73F100E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43" name="Прямая соединительная линия 42">
            <a:extLst>
              <a:ext uri="{FF2B5EF4-FFF2-40B4-BE49-F238E27FC236}">
                <a16:creationId xmlns:a16="http://schemas.microsoft.com/office/drawing/2014/main" id="{542D9D8C-0E11-E268-D458-EC3BC4FD2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Дата 3">
            <a:extLst>
              <a:ext uri="{FF2B5EF4-FFF2-40B4-BE49-F238E27FC236}">
                <a16:creationId xmlns:a16="http://schemas.microsoft.com/office/drawing/2014/main" id="{8E4CD02A-FF2F-864A-138B-368FE9BFDE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BF9ABEAD-3133-420B-8B73-B91D538D4248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47" name="Графический объект 46">
            <a:extLst>
              <a:ext uri="{FF2B5EF4-FFF2-40B4-BE49-F238E27FC236}">
                <a16:creationId xmlns:a16="http://schemas.microsoft.com/office/drawing/2014/main" id="{5B0F505A-EE51-9D7A-42EA-2CD2CD432E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48" name="Графический объект 47">
            <a:extLst>
              <a:ext uri="{FF2B5EF4-FFF2-40B4-BE49-F238E27FC236}">
                <a16:creationId xmlns:a16="http://schemas.microsoft.com/office/drawing/2014/main" id="{B4905353-8D75-B3E2-2489-1D6907755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49" name="Графический объект 48">
            <a:extLst>
              <a:ext uri="{FF2B5EF4-FFF2-40B4-BE49-F238E27FC236}">
                <a16:creationId xmlns:a16="http://schemas.microsoft.com/office/drawing/2014/main" id="{4DBFD95C-0912-3222-EECA-8F84031BCD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50" name="Номер слайда 5">
            <a:extLst>
              <a:ext uri="{FF2B5EF4-FFF2-40B4-BE49-F238E27FC236}">
                <a16:creationId xmlns:a16="http://schemas.microsoft.com/office/drawing/2014/main" id="{7F30B651-FA38-151D-A122-6186F222C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B343855C-EC70-E12C-3368-415B1AC40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 dirty="0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29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одка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Графический объект 4">
            <a:extLst>
              <a:ext uri="{FF2B5EF4-FFF2-40B4-BE49-F238E27FC236}">
                <a16:creationId xmlns:a16="http://schemas.microsoft.com/office/drawing/2014/main" id="{9B9D92F9-7505-2024-1DF6-10DB1241A7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0898"/>
          <a:stretch/>
        </p:blipFill>
        <p:spPr>
          <a:xfrm>
            <a:off x="0" y="1448221"/>
            <a:ext cx="2197076" cy="3717471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D296A0E-AA2F-B543-BCEA-D30C665A2B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0999" y="851548"/>
            <a:ext cx="6687981" cy="5005405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F4E35C9-2754-CF70-29E7-27AC12CE48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0999" y="380999"/>
            <a:ext cx="6687981" cy="470550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9AAB6D3-CF07-3A44-F37A-9DEF7B82B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22515" y="505268"/>
            <a:ext cx="810985" cy="212272"/>
            <a:chOff x="1883229" y="800099"/>
            <a:chExt cx="810985" cy="212272"/>
          </a:xfrm>
        </p:grpSpPr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16E4DBAB-D882-5741-A690-F28CB547E059}"/>
                </a:ext>
              </a:extLst>
            </p:cNvPr>
            <p:cNvSpPr/>
            <p:nvPr userDrawn="1"/>
          </p:nvSpPr>
          <p:spPr>
            <a:xfrm>
              <a:off x="1883229" y="800100"/>
              <a:ext cx="212271" cy="212271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59414570-C554-43C4-DF59-67790E6DBEB8}"/>
                </a:ext>
              </a:extLst>
            </p:cNvPr>
            <p:cNvSpPr/>
            <p:nvPr userDrawn="1"/>
          </p:nvSpPr>
          <p:spPr>
            <a:xfrm>
              <a:off x="2182586" y="800100"/>
              <a:ext cx="212271" cy="2122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20" name="Овал 19">
              <a:extLst>
                <a:ext uri="{FF2B5EF4-FFF2-40B4-BE49-F238E27FC236}">
                  <a16:creationId xmlns:a16="http://schemas.microsoft.com/office/drawing/2014/main" id="{D9EC5277-EFEF-467F-A8E8-3AB6A62F3A00}"/>
                </a:ext>
              </a:extLst>
            </p:cNvPr>
            <p:cNvSpPr/>
            <p:nvPr userDrawn="1"/>
          </p:nvSpPr>
          <p:spPr>
            <a:xfrm>
              <a:off x="2481943" y="800099"/>
              <a:ext cx="212271" cy="2122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4784" y="1059463"/>
            <a:ext cx="6008915" cy="4431932"/>
          </a:xfrm>
        </p:spPr>
        <p:txBody>
          <a:bodyPr rtlCol="0"/>
          <a:lstStyle>
            <a:lvl1pPr algn="ctr">
              <a:defRPr lang="ru-RU" sz="60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31" name="Полилиния: Фигура 30">
            <a:extLst>
              <a:ext uri="{FF2B5EF4-FFF2-40B4-BE49-F238E27FC236}">
                <a16:creationId xmlns:a16="http://schemas.microsoft.com/office/drawing/2014/main" id="{A037F58E-633A-20EC-118A-2A3039E204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1132" y="1"/>
            <a:ext cx="4040868" cy="2484203"/>
          </a:xfrm>
          <a:custGeom>
            <a:avLst/>
            <a:gdLst>
              <a:gd name="connsiteX0" fmla="*/ 1639501 w 4040868"/>
              <a:gd name="connsiteY0" fmla="*/ 0 h 2484203"/>
              <a:gd name="connsiteX1" fmla="*/ 1927972 w 4040868"/>
              <a:gd name="connsiteY1" fmla="*/ 0 h 2484203"/>
              <a:gd name="connsiteX2" fmla="*/ 1936047 w 4040868"/>
              <a:gd name="connsiteY2" fmla="*/ 69832 h 2484203"/>
              <a:gd name="connsiteX3" fmla="*/ 1871145 w 4040868"/>
              <a:gd name="connsiteY3" fmla="*/ 561938 h 2484203"/>
              <a:gd name="connsiteX4" fmla="*/ 1876589 w 4040868"/>
              <a:gd name="connsiteY4" fmla="*/ 1144624 h 2484203"/>
              <a:gd name="connsiteX5" fmla="*/ 2418931 w 4040868"/>
              <a:gd name="connsiteY5" fmla="*/ 931295 h 2484203"/>
              <a:gd name="connsiteX6" fmla="*/ 3278854 w 4040868"/>
              <a:gd name="connsiteY6" fmla="*/ 718297 h 2484203"/>
              <a:gd name="connsiteX7" fmla="*/ 3403625 w 4040868"/>
              <a:gd name="connsiteY7" fmla="*/ 1595367 h 2484203"/>
              <a:gd name="connsiteX8" fmla="*/ 3409135 w 4040868"/>
              <a:gd name="connsiteY8" fmla="*/ 2178165 h 2484203"/>
              <a:gd name="connsiteX9" fmla="*/ 3951362 w 4040868"/>
              <a:gd name="connsiteY9" fmla="*/ 1964825 h 2484203"/>
              <a:gd name="connsiteX10" fmla="*/ 4040868 w 4040868"/>
              <a:gd name="connsiteY10" fmla="*/ 1907085 h 2484203"/>
              <a:gd name="connsiteX11" fmla="*/ 4040868 w 4040868"/>
              <a:gd name="connsiteY11" fmla="*/ 2245468 h 2484203"/>
              <a:gd name="connsiteX12" fmla="*/ 3897247 w 4040868"/>
              <a:gd name="connsiteY12" fmla="*/ 2338115 h 2484203"/>
              <a:gd name="connsiteX13" fmla="*/ 3250168 w 4040868"/>
              <a:gd name="connsiteY13" fmla="*/ 2413957 h 2484203"/>
              <a:gd name="connsiteX14" fmla="*/ 3125358 w 4040868"/>
              <a:gd name="connsiteY14" fmla="*/ 1536797 h 2484203"/>
              <a:gd name="connsiteX15" fmla="*/ 3119853 w 4040868"/>
              <a:gd name="connsiteY15" fmla="*/ 954065 h 2484203"/>
              <a:gd name="connsiteX16" fmla="*/ 2577517 w 4040868"/>
              <a:gd name="connsiteY16" fmla="*/ 1167400 h 2484203"/>
              <a:gd name="connsiteX17" fmla="*/ 1717591 w 4040868"/>
              <a:gd name="connsiteY17" fmla="*/ 1380395 h 2484203"/>
              <a:gd name="connsiteX18" fmla="*/ 1592853 w 4040868"/>
              <a:gd name="connsiteY18" fmla="*/ 503348 h 2484203"/>
              <a:gd name="connsiteX19" fmla="*/ 1642974 w 4040868"/>
              <a:gd name="connsiteY19" fmla="*/ 8510 h 2484203"/>
              <a:gd name="connsiteX20" fmla="*/ 0 w 4040868"/>
              <a:gd name="connsiteY20" fmla="*/ 0 h 2484203"/>
              <a:gd name="connsiteX21" fmla="*/ 285293 w 4040868"/>
              <a:gd name="connsiteY21" fmla="*/ 0 h 2484203"/>
              <a:gd name="connsiteX22" fmla="*/ 288683 w 4040868"/>
              <a:gd name="connsiteY22" fmla="*/ 23305 h 2484203"/>
              <a:gd name="connsiteX23" fmla="*/ 344260 w 4040868"/>
              <a:gd name="connsiteY23" fmla="*/ 111230 h 2484203"/>
              <a:gd name="connsiteX24" fmla="*/ 728339 w 4040868"/>
              <a:gd name="connsiteY24" fmla="*/ 1794 h 2484203"/>
              <a:gd name="connsiteX25" fmla="*/ 731070 w 4040868"/>
              <a:gd name="connsiteY25" fmla="*/ 0 h 2484203"/>
              <a:gd name="connsiteX26" fmla="*/ 1253365 w 4040868"/>
              <a:gd name="connsiteY26" fmla="*/ 0 h 2484203"/>
              <a:gd name="connsiteX27" fmla="*/ 1203261 w 4040868"/>
              <a:gd name="connsiteY27" fmla="*/ 30014 h 2484203"/>
              <a:gd name="connsiteX28" fmla="*/ 1045098 w 4040868"/>
              <a:gd name="connsiteY28" fmla="*/ 133945 h 2484203"/>
              <a:gd name="connsiteX29" fmla="*/ 185259 w 4040868"/>
              <a:gd name="connsiteY29" fmla="*/ 346999 h 2484203"/>
              <a:gd name="connsiteX30" fmla="*/ 8682 w 4040868"/>
              <a:gd name="connsiteY30" fmla="*/ 75030 h 248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040868" h="2484203">
                <a:moveTo>
                  <a:pt x="1639501" y="0"/>
                </a:moveTo>
                <a:lnTo>
                  <a:pt x="1927972" y="0"/>
                </a:lnTo>
                <a:lnTo>
                  <a:pt x="1936047" y="69832"/>
                </a:lnTo>
                <a:cubicBezTo>
                  <a:pt x="1941935" y="225592"/>
                  <a:pt x="1905398" y="399199"/>
                  <a:pt x="1871145" y="561938"/>
                </a:cubicBezTo>
                <a:cubicBezTo>
                  <a:pt x="1818675" y="811204"/>
                  <a:pt x="1764412" y="1068972"/>
                  <a:pt x="1876589" y="1144624"/>
                </a:cubicBezTo>
                <a:cubicBezTo>
                  <a:pt x="1988767" y="1220276"/>
                  <a:pt x="2207469" y="1073404"/>
                  <a:pt x="2418931" y="931295"/>
                </a:cubicBezTo>
                <a:cubicBezTo>
                  <a:pt x="2695019" y="745819"/>
                  <a:pt x="3007951" y="535602"/>
                  <a:pt x="3278854" y="718297"/>
                </a:cubicBezTo>
                <a:cubicBezTo>
                  <a:pt x="3549759" y="900994"/>
                  <a:pt x="3472126" y="1269896"/>
                  <a:pt x="3403625" y="1595367"/>
                </a:cubicBezTo>
                <a:cubicBezTo>
                  <a:pt x="3351132" y="1844684"/>
                  <a:pt x="3296911" y="2102481"/>
                  <a:pt x="3409135" y="2178165"/>
                </a:cubicBezTo>
                <a:cubicBezTo>
                  <a:pt x="3521360" y="2253848"/>
                  <a:pt x="3739918" y="2106880"/>
                  <a:pt x="3951362" y="1964825"/>
                </a:cubicBezTo>
                <a:lnTo>
                  <a:pt x="4040868" y="1907085"/>
                </a:lnTo>
                <a:lnTo>
                  <a:pt x="4040868" y="2245468"/>
                </a:lnTo>
                <a:lnTo>
                  <a:pt x="3897247" y="2338115"/>
                </a:lnTo>
                <a:cubicBezTo>
                  <a:pt x="3680078" y="2466935"/>
                  <a:pt x="3453297" y="2550946"/>
                  <a:pt x="3250168" y="2413957"/>
                </a:cubicBezTo>
                <a:cubicBezTo>
                  <a:pt x="2979295" y="2231282"/>
                  <a:pt x="3056854" y="1862273"/>
                  <a:pt x="3125358" y="1536797"/>
                </a:cubicBezTo>
                <a:cubicBezTo>
                  <a:pt x="3177820" y="1287528"/>
                  <a:pt x="3232077" y="1029749"/>
                  <a:pt x="3119853" y="954065"/>
                </a:cubicBezTo>
                <a:cubicBezTo>
                  <a:pt x="3007628" y="878381"/>
                  <a:pt x="2788984" y="1025298"/>
                  <a:pt x="2577517" y="1167400"/>
                </a:cubicBezTo>
                <a:cubicBezTo>
                  <a:pt x="2301431" y="1352887"/>
                  <a:pt x="1988500" y="1563095"/>
                  <a:pt x="1717591" y="1380395"/>
                </a:cubicBezTo>
                <a:cubicBezTo>
                  <a:pt x="1446683" y="1197696"/>
                  <a:pt x="1524354" y="828830"/>
                  <a:pt x="1592853" y="503348"/>
                </a:cubicBezTo>
                <a:cubicBezTo>
                  <a:pt x="1632232" y="316369"/>
                  <a:pt x="1672597" y="124625"/>
                  <a:pt x="1642974" y="8510"/>
                </a:cubicBezTo>
                <a:close/>
                <a:moveTo>
                  <a:pt x="0" y="0"/>
                </a:moveTo>
                <a:lnTo>
                  <a:pt x="285293" y="0"/>
                </a:lnTo>
                <a:lnTo>
                  <a:pt x="288683" y="23305"/>
                </a:lnTo>
                <a:cubicBezTo>
                  <a:pt x="298556" y="62009"/>
                  <a:pt x="316206" y="92310"/>
                  <a:pt x="344260" y="111230"/>
                </a:cubicBezTo>
                <a:cubicBezTo>
                  <a:pt x="428424" y="167989"/>
                  <a:pt x="572407" y="99511"/>
                  <a:pt x="728339" y="1794"/>
                </a:cubicBezTo>
                <a:lnTo>
                  <a:pt x="731070" y="0"/>
                </a:lnTo>
                <a:lnTo>
                  <a:pt x="1253365" y="0"/>
                </a:lnTo>
                <a:lnTo>
                  <a:pt x="1203261" y="30014"/>
                </a:lnTo>
                <a:cubicBezTo>
                  <a:pt x="1151276" y="62590"/>
                  <a:pt x="1097964" y="98419"/>
                  <a:pt x="1045098" y="133945"/>
                </a:cubicBezTo>
                <a:cubicBezTo>
                  <a:pt x="769005" y="319427"/>
                  <a:pt x="456124" y="529669"/>
                  <a:pt x="185259" y="346999"/>
                </a:cubicBezTo>
                <a:cubicBezTo>
                  <a:pt x="83685" y="278498"/>
                  <a:pt x="31110" y="183804"/>
                  <a:pt x="8682" y="7503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50000"/>
            </a:schemeClr>
          </a:solidFill>
          <a:ln w="9400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83E7202-D4FD-97A5-44A7-EC8436DA2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53932" y="851548"/>
            <a:ext cx="4353117" cy="5005405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680E844-DC94-8DC4-9D32-BFCC78887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53932" y="380999"/>
            <a:ext cx="4353117" cy="470550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890C8A32-35EB-644B-4A78-F0837BB8C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595447" y="505268"/>
            <a:ext cx="810985" cy="212272"/>
            <a:chOff x="1883229" y="800099"/>
            <a:chExt cx="810985" cy="212272"/>
          </a:xfrm>
        </p:grpSpPr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7D61DD85-A825-A396-2A30-039913643826}"/>
                </a:ext>
              </a:extLst>
            </p:cNvPr>
            <p:cNvSpPr/>
            <p:nvPr userDrawn="1"/>
          </p:nvSpPr>
          <p:spPr>
            <a:xfrm>
              <a:off x="1883229" y="800100"/>
              <a:ext cx="212271" cy="212271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AE29ECB8-2561-5C06-11F4-9DAB13E88AF9}"/>
                </a:ext>
              </a:extLst>
            </p:cNvPr>
            <p:cNvSpPr/>
            <p:nvPr userDrawn="1"/>
          </p:nvSpPr>
          <p:spPr>
            <a:xfrm>
              <a:off x="2182586" y="800100"/>
              <a:ext cx="212271" cy="2122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EAE27364-A704-A922-E89E-C44E9040E1E4}"/>
                </a:ext>
              </a:extLst>
            </p:cNvPr>
            <p:cNvSpPr/>
            <p:nvPr userDrawn="1"/>
          </p:nvSpPr>
          <p:spPr>
            <a:xfrm>
              <a:off x="2481943" y="800099"/>
              <a:ext cx="212271" cy="2122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sp>
        <p:nvSpPr>
          <p:cNvPr id="36" name="Рисунок 35">
            <a:extLst>
              <a:ext uri="{FF2B5EF4-FFF2-40B4-BE49-F238E27FC236}">
                <a16:creationId xmlns:a16="http://schemas.microsoft.com/office/drawing/2014/main" id="{E5704C24-F4AD-72DA-159C-32CBFB1AFD4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481871" y="881363"/>
            <a:ext cx="4297680" cy="4937760"/>
          </a:xfrm>
        </p:spPr>
        <p:txBody>
          <a:bodyPr rtlCol="0"/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добавить фото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F8B87FB-2727-2ED0-7E72-76E55BE45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D9C4F77E-C259-1702-5FF7-B1EF4F060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3">
            <a:extLst>
              <a:ext uri="{FF2B5EF4-FFF2-40B4-BE49-F238E27FC236}">
                <a16:creationId xmlns:a16="http://schemas.microsoft.com/office/drawing/2014/main" id="{BE4EF1CA-0713-F725-CD7A-054E121433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E8D04CD9-D6D1-4088-B622-37AD9F937AC3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C7C27500-80A5-ACE3-E5FE-30B63950C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1" name="Графический объект 10">
            <a:extLst>
              <a:ext uri="{FF2B5EF4-FFF2-40B4-BE49-F238E27FC236}">
                <a16:creationId xmlns:a16="http://schemas.microsoft.com/office/drawing/2014/main" id="{06256C1F-A548-F457-2753-E96A83E5E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2" name="Графический объект 11">
            <a:extLst>
              <a:ext uri="{FF2B5EF4-FFF2-40B4-BE49-F238E27FC236}">
                <a16:creationId xmlns:a16="http://schemas.microsoft.com/office/drawing/2014/main" id="{797F79C1-FB83-AC51-70F8-8E7305F7C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BBDD93F0-5136-93CB-0125-942AA63827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FE7A212-2920-1971-09FB-8F2CF4512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448064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водка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Графический объект 4">
            <a:extLst>
              <a:ext uri="{FF2B5EF4-FFF2-40B4-BE49-F238E27FC236}">
                <a16:creationId xmlns:a16="http://schemas.microsoft.com/office/drawing/2014/main" id="{9B9D92F9-7505-2024-1DF6-10DB1241A7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0898"/>
          <a:stretch/>
        </p:blipFill>
        <p:spPr>
          <a:xfrm>
            <a:off x="0" y="1448221"/>
            <a:ext cx="2197076" cy="3717471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D296A0E-AA2F-B543-BCEA-D30C665A2B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0999" y="851548"/>
            <a:ext cx="6687981" cy="5005405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sz="1600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F4E35C9-2754-CF70-29E7-27AC12CE48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0999" y="380999"/>
            <a:ext cx="6687981" cy="470550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9AAB6D3-CF07-3A44-F37A-9DEF7B82B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22515" y="505268"/>
            <a:ext cx="810985" cy="212272"/>
            <a:chOff x="1883229" y="800099"/>
            <a:chExt cx="810985" cy="212272"/>
          </a:xfrm>
        </p:grpSpPr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16E4DBAB-D882-5741-A690-F28CB547E059}"/>
                </a:ext>
              </a:extLst>
            </p:cNvPr>
            <p:cNvSpPr/>
            <p:nvPr userDrawn="1"/>
          </p:nvSpPr>
          <p:spPr>
            <a:xfrm>
              <a:off x="1883229" y="800100"/>
              <a:ext cx="212271" cy="212271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59414570-C554-43C4-DF59-67790E6DBEB8}"/>
                </a:ext>
              </a:extLst>
            </p:cNvPr>
            <p:cNvSpPr/>
            <p:nvPr userDrawn="1"/>
          </p:nvSpPr>
          <p:spPr>
            <a:xfrm>
              <a:off x="2182586" y="800100"/>
              <a:ext cx="212271" cy="2122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20" name="Овал 19">
              <a:extLst>
                <a:ext uri="{FF2B5EF4-FFF2-40B4-BE49-F238E27FC236}">
                  <a16:creationId xmlns:a16="http://schemas.microsoft.com/office/drawing/2014/main" id="{D9EC5277-EFEF-467F-A8E8-3AB6A62F3A00}"/>
                </a:ext>
              </a:extLst>
            </p:cNvPr>
            <p:cNvSpPr/>
            <p:nvPr userDrawn="1"/>
          </p:nvSpPr>
          <p:spPr>
            <a:xfrm>
              <a:off x="2481943" y="800099"/>
              <a:ext cx="212271" cy="2122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644" y="841808"/>
            <a:ext cx="6712153" cy="4012867"/>
          </a:xfrm>
        </p:spPr>
        <p:txBody>
          <a:bodyPr rtlCol="0" anchor="ctr"/>
          <a:lstStyle>
            <a:lvl1pPr algn="ctr">
              <a:defRPr lang="ru-RU" sz="5400"/>
            </a:lvl1pPr>
          </a:lstStyle>
          <a:p>
            <a:pPr rtl="0"/>
            <a:r>
              <a:rPr lang="ru-RU" b="1" dirty="0"/>
              <a:t>Заголовок слайда</a:t>
            </a:r>
          </a:p>
        </p:txBody>
      </p:sp>
      <p:sp>
        <p:nvSpPr>
          <p:cNvPr id="3" name="Прямоугольник: Скругленные углы 2">
            <a:extLst>
              <a:ext uri="{FF2B5EF4-FFF2-40B4-BE49-F238E27FC236}">
                <a16:creationId xmlns:a16="http://schemas.microsoft.com/office/drawing/2014/main" id="{A63774F2-22B6-2050-1FA9-905E2B2B5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0532" y="4854677"/>
            <a:ext cx="6008915" cy="652923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D406CD66-4AAA-6429-2E99-B4514373C2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4784" y="4854677"/>
            <a:ext cx="6008915" cy="652923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ru-RU" sz="1800"/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  <p:sp>
        <p:nvSpPr>
          <p:cNvPr id="31" name="Полилиния: Фигура 30">
            <a:extLst>
              <a:ext uri="{FF2B5EF4-FFF2-40B4-BE49-F238E27FC236}">
                <a16:creationId xmlns:a16="http://schemas.microsoft.com/office/drawing/2014/main" id="{A037F58E-633A-20EC-118A-2A3039E204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1132" y="1"/>
            <a:ext cx="4040868" cy="2484203"/>
          </a:xfrm>
          <a:custGeom>
            <a:avLst/>
            <a:gdLst>
              <a:gd name="connsiteX0" fmla="*/ 1639501 w 4040868"/>
              <a:gd name="connsiteY0" fmla="*/ 0 h 2484203"/>
              <a:gd name="connsiteX1" fmla="*/ 1927972 w 4040868"/>
              <a:gd name="connsiteY1" fmla="*/ 0 h 2484203"/>
              <a:gd name="connsiteX2" fmla="*/ 1936047 w 4040868"/>
              <a:gd name="connsiteY2" fmla="*/ 69832 h 2484203"/>
              <a:gd name="connsiteX3" fmla="*/ 1871145 w 4040868"/>
              <a:gd name="connsiteY3" fmla="*/ 561938 h 2484203"/>
              <a:gd name="connsiteX4" fmla="*/ 1876589 w 4040868"/>
              <a:gd name="connsiteY4" fmla="*/ 1144624 h 2484203"/>
              <a:gd name="connsiteX5" fmla="*/ 2418931 w 4040868"/>
              <a:gd name="connsiteY5" fmla="*/ 931295 h 2484203"/>
              <a:gd name="connsiteX6" fmla="*/ 3278854 w 4040868"/>
              <a:gd name="connsiteY6" fmla="*/ 718297 h 2484203"/>
              <a:gd name="connsiteX7" fmla="*/ 3403625 w 4040868"/>
              <a:gd name="connsiteY7" fmla="*/ 1595367 h 2484203"/>
              <a:gd name="connsiteX8" fmla="*/ 3409135 w 4040868"/>
              <a:gd name="connsiteY8" fmla="*/ 2178165 h 2484203"/>
              <a:gd name="connsiteX9" fmla="*/ 3951362 w 4040868"/>
              <a:gd name="connsiteY9" fmla="*/ 1964825 h 2484203"/>
              <a:gd name="connsiteX10" fmla="*/ 4040868 w 4040868"/>
              <a:gd name="connsiteY10" fmla="*/ 1907085 h 2484203"/>
              <a:gd name="connsiteX11" fmla="*/ 4040868 w 4040868"/>
              <a:gd name="connsiteY11" fmla="*/ 2245468 h 2484203"/>
              <a:gd name="connsiteX12" fmla="*/ 3897247 w 4040868"/>
              <a:gd name="connsiteY12" fmla="*/ 2338115 h 2484203"/>
              <a:gd name="connsiteX13" fmla="*/ 3250168 w 4040868"/>
              <a:gd name="connsiteY13" fmla="*/ 2413957 h 2484203"/>
              <a:gd name="connsiteX14" fmla="*/ 3125358 w 4040868"/>
              <a:gd name="connsiteY14" fmla="*/ 1536797 h 2484203"/>
              <a:gd name="connsiteX15" fmla="*/ 3119853 w 4040868"/>
              <a:gd name="connsiteY15" fmla="*/ 954065 h 2484203"/>
              <a:gd name="connsiteX16" fmla="*/ 2577517 w 4040868"/>
              <a:gd name="connsiteY16" fmla="*/ 1167400 h 2484203"/>
              <a:gd name="connsiteX17" fmla="*/ 1717591 w 4040868"/>
              <a:gd name="connsiteY17" fmla="*/ 1380395 h 2484203"/>
              <a:gd name="connsiteX18" fmla="*/ 1592853 w 4040868"/>
              <a:gd name="connsiteY18" fmla="*/ 503348 h 2484203"/>
              <a:gd name="connsiteX19" fmla="*/ 1642974 w 4040868"/>
              <a:gd name="connsiteY19" fmla="*/ 8510 h 2484203"/>
              <a:gd name="connsiteX20" fmla="*/ 0 w 4040868"/>
              <a:gd name="connsiteY20" fmla="*/ 0 h 2484203"/>
              <a:gd name="connsiteX21" fmla="*/ 285293 w 4040868"/>
              <a:gd name="connsiteY21" fmla="*/ 0 h 2484203"/>
              <a:gd name="connsiteX22" fmla="*/ 288683 w 4040868"/>
              <a:gd name="connsiteY22" fmla="*/ 23305 h 2484203"/>
              <a:gd name="connsiteX23" fmla="*/ 344260 w 4040868"/>
              <a:gd name="connsiteY23" fmla="*/ 111230 h 2484203"/>
              <a:gd name="connsiteX24" fmla="*/ 728339 w 4040868"/>
              <a:gd name="connsiteY24" fmla="*/ 1794 h 2484203"/>
              <a:gd name="connsiteX25" fmla="*/ 731070 w 4040868"/>
              <a:gd name="connsiteY25" fmla="*/ 0 h 2484203"/>
              <a:gd name="connsiteX26" fmla="*/ 1253365 w 4040868"/>
              <a:gd name="connsiteY26" fmla="*/ 0 h 2484203"/>
              <a:gd name="connsiteX27" fmla="*/ 1203261 w 4040868"/>
              <a:gd name="connsiteY27" fmla="*/ 30014 h 2484203"/>
              <a:gd name="connsiteX28" fmla="*/ 1045098 w 4040868"/>
              <a:gd name="connsiteY28" fmla="*/ 133945 h 2484203"/>
              <a:gd name="connsiteX29" fmla="*/ 185259 w 4040868"/>
              <a:gd name="connsiteY29" fmla="*/ 346999 h 2484203"/>
              <a:gd name="connsiteX30" fmla="*/ 8682 w 4040868"/>
              <a:gd name="connsiteY30" fmla="*/ 75030 h 248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040868" h="2484203">
                <a:moveTo>
                  <a:pt x="1639501" y="0"/>
                </a:moveTo>
                <a:lnTo>
                  <a:pt x="1927972" y="0"/>
                </a:lnTo>
                <a:lnTo>
                  <a:pt x="1936047" y="69832"/>
                </a:lnTo>
                <a:cubicBezTo>
                  <a:pt x="1941935" y="225592"/>
                  <a:pt x="1905398" y="399199"/>
                  <a:pt x="1871145" y="561938"/>
                </a:cubicBezTo>
                <a:cubicBezTo>
                  <a:pt x="1818675" y="811204"/>
                  <a:pt x="1764412" y="1068972"/>
                  <a:pt x="1876589" y="1144624"/>
                </a:cubicBezTo>
                <a:cubicBezTo>
                  <a:pt x="1988767" y="1220276"/>
                  <a:pt x="2207469" y="1073404"/>
                  <a:pt x="2418931" y="931295"/>
                </a:cubicBezTo>
                <a:cubicBezTo>
                  <a:pt x="2695019" y="745819"/>
                  <a:pt x="3007951" y="535602"/>
                  <a:pt x="3278854" y="718297"/>
                </a:cubicBezTo>
                <a:cubicBezTo>
                  <a:pt x="3549759" y="900994"/>
                  <a:pt x="3472126" y="1269896"/>
                  <a:pt x="3403625" y="1595367"/>
                </a:cubicBezTo>
                <a:cubicBezTo>
                  <a:pt x="3351132" y="1844684"/>
                  <a:pt x="3296911" y="2102481"/>
                  <a:pt x="3409135" y="2178165"/>
                </a:cubicBezTo>
                <a:cubicBezTo>
                  <a:pt x="3521360" y="2253848"/>
                  <a:pt x="3739918" y="2106880"/>
                  <a:pt x="3951362" y="1964825"/>
                </a:cubicBezTo>
                <a:lnTo>
                  <a:pt x="4040868" y="1907085"/>
                </a:lnTo>
                <a:lnTo>
                  <a:pt x="4040868" y="2245468"/>
                </a:lnTo>
                <a:lnTo>
                  <a:pt x="3897247" y="2338115"/>
                </a:lnTo>
                <a:cubicBezTo>
                  <a:pt x="3680078" y="2466935"/>
                  <a:pt x="3453297" y="2550946"/>
                  <a:pt x="3250168" y="2413957"/>
                </a:cubicBezTo>
                <a:cubicBezTo>
                  <a:pt x="2979295" y="2231282"/>
                  <a:pt x="3056854" y="1862273"/>
                  <a:pt x="3125358" y="1536797"/>
                </a:cubicBezTo>
                <a:cubicBezTo>
                  <a:pt x="3177820" y="1287528"/>
                  <a:pt x="3232077" y="1029749"/>
                  <a:pt x="3119853" y="954065"/>
                </a:cubicBezTo>
                <a:cubicBezTo>
                  <a:pt x="3007628" y="878381"/>
                  <a:pt x="2788984" y="1025298"/>
                  <a:pt x="2577517" y="1167400"/>
                </a:cubicBezTo>
                <a:cubicBezTo>
                  <a:pt x="2301431" y="1352887"/>
                  <a:pt x="1988500" y="1563095"/>
                  <a:pt x="1717591" y="1380395"/>
                </a:cubicBezTo>
                <a:cubicBezTo>
                  <a:pt x="1446683" y="1197696"/>
                  <a:pt x="1524354" y="828830"/>
                  <a:pt x="1592853" y="503348"/>
                </a:cubicBezTo>
                <a:cubicBezTo>
                  <a:pt x="1632232" y="316369"/>
                  <a:pt x="1672597" y="124625"/>
                  <a:pt x="1642974" y="8510"/>
                </a:cubicBezTo>
                <a:close/>
                <a:moveTo>
                  <a:pt x="0" y="0"/>
                </a:moveTo>
                <a:lnTo>
                  <a:pt x="285293" y="0"/>
                </a:lnTo>
                <a:lnTo>
                  <a:pt x="288683" y="23305"/>
                </a:lnTo>
                <a:cubicBezTo>
                  <a:pt x="298556" y="62009"/>
                  <a:pt x="316206" y="92310"/>
                  <a:pt x="344260" y="111230"/>
                </a:cubicBezTo>
                <a:cubicBezTo>
                  <a:pt x="428424" y="167989"/>
                  <a:pt x="572407" y="99511"/>
                  <a:pt x="728339" y="1794"/>
                </a:cubicBezTo>
                <a:lnTo>
                  <a:pt x="731070" y="0"/>
                </a:lnTo>
                <a:lnTo>
                  <a:pt x="1253365" y="0"/>
                </a:lnTo>
                <a:lnTo>
                  <a:pt x="1203261" y="30014"/>
                </a:lnTo>
                <a:cubicBezTo>
                  <a:pt x="1151276" y="62590"/>
                  <a:pt x="1097964" y="98419"/>
                  <a:pt x="1045098" y="133945"/>
                </a:cubicBezTo>
                <a:cubicBezTo>
                  <a:pt x="769005" y="319427"/>
                  <a:pt x="456124" y="529669"/>
                  <a:pt x="185259" y="346999"/>
                </a:cubicBezTo>
                <a:cubicBezTo>
                  <a:pt x="83685" y="278498"/>
                  <a:pt x="31110" y="183804"/>
                  <a:pt x="8682" y="7503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50000"/>
            </a:schemeClr>
          </a:solidFill>
          <a:ln w="9400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83E7202-D4FD-97A5-44A7-EC8436DA2B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53932" y="851548"/>
            <a:ext cx="4353117" cy="5005405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680E844-DC94-8DC4-9D32-BFCC78887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53932" y="380999"/>
            <a:ext cx="4353117" cy="470550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890C8A32-35EB-644B-4A78-F0837BB8C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595447" y="505268"/>
            <a:ext cx="810985" cy="212272"/>
            <a:chOff x="1883229" y="800099"/>
            <a:chExt cx="810985" cy="212272"/>
          </a:xfrm>
        </p:grpSpPr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7D61DD85-A825-A396-2A30-039913643826}"/>
                </a:ext>
              </a:extLst>
            </p:cNvPr>
            <p:cNvSpPr/>
            <p:nvPr userDrawn="1"/>
          </p:nvSpPr>
          <p:spPr>
            <a:xfrm>
              <a:off x="1883229" y="800100"/>
              <a:ext cx="212271" cy="212271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AE29ECB8-2561-5C06-11F4-9DAB13E88AF9}"/>
                </a:ext>
              </a:extLst>
            </p:cNvPr>
            <p:cNvSpPr/>
            <p:nvPr userDrawn="1"/>
          </p:nvSpPr>
          <p:spPr>
            <a:xfrm>
              <a:off x="2182586" y="800100"/>
              <a:ext cx="212271" cy="2122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EAE27364-A704-A922-E89E-C44E9040E1E4}"/>
                </a:ext>
              </a:extLst>
            </p:cNvPr>
            <p:cNvSpPr/>
            <p:nvPr userDrawn="1"/>
          </p:nvSpPr>
          <p:spPr>
            <a:xfrm>
              <a:off x="2481943" y="800099"/>
              <a:ext cx="212271" cy="212271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ru-RU"/>
              </a:defPPr>
            </a:lstStyle>
            <a:p>
              <a:pPr algn="ctr" rtl="0"/>
              <a:endParaRPr lang="ru-RU" dirty="0"/>
            </a:p>
          </p:txBody>
        </p:sp>
      </p:grpSp>
      <p:sp>
        <p:nvSpPr>
          <p:cNvPr id="36" name="Рисунок 35">
            <a:extLst>
              <a:ext uri="{FF2B5EF4-FFF2-40B4-BE49-F238E27FC236}">
                <a16:creationId xmlns:a16="http://schemas.microsoft.com/office/drawing/2014/main" id="{E5704C24-F4AD-72DA-159C-32CBFB1AFD4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466631" y="859509"/>
            <a:ext cx="4324485" cy="4983480"/>
          </a:xfrm>
        </p:spPr>
        <p:txBody>
          <a:bodyPr rtlCol="0"/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добавить фото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79CD2F2-6C1D-5B8C-C5CF-40222BAE8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B216551A-8E0E-2E51-2D2F-BD765A674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Дата 3">
            <a:extLst>
              <a:ext uri="{FF2B5EF4-FFF2-40B4-BE49-F238E27FC236}">
                <a16:creationId xmlns:a16="http://schemas.microsoft.com/office/drawing/2014/main" id="{B612F406-221C-DFC9-5B2E-A6B4A06FF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5CC223CA-11C9-43EE-8000-3F8FBBB84C53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12" name="Графический объект 11">
            <a:extLst>
              <a:ext uri="{FF2B5EF4-FFF2-40B4-BE49-F238E27FC236}">
                <a16:creationId xmlns:a16="http://schemas.microsoft.com/office/drawing/2014/main" id="{A08FB81D-7980-C91F-E68F-CA152DB4A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5" name="Графический объект 14">
            <a:extLst>
              <a:ext uri="{FF2B5EF4-FFF2-40B4-BE49-F238E27FC236}">
                <a16:creationId xmlns:a16="http://schemas.microsoft.com/office/drawing/2014/main" id="{C790F93D-BC22-F46A-6921-211237434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6" name="Графический объект 15">
            <a:extLst>
              <a:ext uri="{FF2B5EF4-FFF2-40B4-BE49-F238E27FC236}">
                <a16:creationId xmlns:a16="http://schemas.microsoft.com/office/drawing/2014/main" id="{CBA151EE-A96C-A1AB-6996-3FF8F8AFA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33" name="Номер слайда 5">
            <a:extLst>
              <a:ext uri="{FF2B5EF4-FFF2-40B4-BE49-F238E27FC236}">
                <a16:creationId xmlns:a16="http://schemas.microsoft.com/office/drawing/2014/main" id="{0FBE0826-C479-F9B2-BE8C-B31F4CD98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2278FC6-6AA7-8092-6593-326853123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839226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Введ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 5">
            <a:extLst>
              <a:ext uri="{FF2B5EF4-FFF2-40B4-BE49-F238E27FC236}">
                <a16:creationId xmlns:a16="http://schemas.microsoft.com/office/drawing/2014/main" id="{EA41A884-237A-64B6-32E7-217992605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550" y="327025"/>
            <a:ext cx="11518900" cy="5561466"/>
          </a:xfrm>
          <a:prstGeom prst="roundRect">
            <a:avLst>
              <a:gd name="adj" fmla="val 1928"/>
            </a:avLst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BA79ADB4-793B-694B-0F44-63AED5A3B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350" y="530572"/>
            <a:ext cx="10907016" cy="1162882"/>
          </a:xfrm>
        </p:spPr>
        <p:txBody>
          <a:bodyPr tIns="182880" rtlCol="0"/>
          <a:lstStyle>
            <a:lvl1pPr algn="l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5D911D6-AEFE-1CA4-D41D-B9157575E48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350" y="1917700"/>
            <a:ext cx="10907016" cy="3340099"/>
          </a:xfrm>
        </p:spPr>
        <p:txBody>
          <a:bodyPr rtlCol="0"/>
          <a:lstStyle>
            <a:lvl1pPr marL="2857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1pPr>
            <a:lvl2pPr marL="7429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2pPr>
            <a:lvl3pPr marL="12001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3pPr>
            <a:lvl4pPr marL="16573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4pPr>
            <a:lvl5pPr marL="21145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74C63F8-081B-3D1E-1EC2-A59B7627A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80B6F8D9-3C25-DDB8-6C45-D06BF5D83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Дата 3">
            <a:extLst>
              <a:ext uri="{FF2B5EF4-FFF2-40B4-BE49-F238E27FC236}">
                <a16:creationId xmlns:a16="http://schemas.microsoft.com/office/drawing/2014/main" id="{BA069417-406B-7583-F175-EE9B3830E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06CEA2B4-5E96-462A-BC9C-86745451DD26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11" name="Графический объект 10">
            <a:extLst>
              <a:ext uri="{FF2B5EF4-FFF2-40B4-BE49-F238E27FC236}">
                <a16:creationId xmlns:a16="http://schemas.microsoft.com/office/drawing/2014/main" id="{8DDC80A3-1127-C309-CCCF-459D4B365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2" name="Графический объект 11">
            <a:extLst>
              <a:ext uri="{FF2B5EF4-FFF2-40B4-BE49-F238E27FC236}">
                <a16:creationId xmlns:a16="http://schemas.microsoft.com/office/drawing/2014/main" id="{A7D4C341-6443-CB24-41AE-09E84AA6E8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3" name="Графический объект 12">
            <a:extLst>
              <a:ext uri="{FF2B5EF4-FFF2-40B4-BE49-F238E27FC236}">
                <a16:creationId xmlns:a16="http://schemas.microsoft.com/office/drawing/2014/main" id="{553FCF92-6C55-D212-BCA4-51709D62A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25EF7369-613A-D7D3-3478-17904CF31D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B5CA49-A7D8-662B-28C7-95B7B7AD4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05993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олилиния: Фигура 16">
            <a:extLst>
              <a:ext uri="{FF2B5EF4-FFF2-40B4-BE49-F238E27FC236}">
                <a16:creationId xmlns:a16="http://schemas.microsoft.com/office/drawing/2014/main" id="{327CAC6E-6513-EFEF-80DD-DC09D9C4B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51132" y="1"/>
            <a:ext cx="4040868" cy="2484203"/>
          </a:xfrm>
          <a:custGeom>
            <a:avLst/>
            <a:gdLst>
              <a:gd name="connsiteX0" fmla="*/ 1639501 w 4040868"/>
              <a:gd name="connsiteY0" fmla="*/ 0 h 2484203"/>
              <a:gd name="connsiteX1" fmla="*/ 1927972 w 4040868"/>
              <a:gd name="connsiteY1" fmla="*/ 0 h 2484203"/>
              <a:gd name="connsiteX2" fmla="*/ 1936047 w 4040868"/>
              <a:gd name="connsiteY2" fmla="*/ 69832 h 2484203"/>
              <a:gd name="connsiteX3" fmla="*/ 1871145 w 4040868"/>
              <a:gd name="connsiteY3" fmla="*/ 561938 h 2484203"/>
              <a:gd name="connsiteX4" fmla="*/ 1876589 w 4040868"/>
              <a:gd name="connsiteY4" fmla="*/ 1144624 h 2484203"/>
              <a:gd name="connsiteX5" fmla="*/ 2418931 w 4040868"/>
              <a:gd name="connsiteY5" fmla="*/ 931295 h 2484203"/>
              <a:gd name="connsiteX6" fmla="*/ 3278854 w 4040868"/>
              <a:gd name="connsiteY6" fmla="*/ 718297 h 2484203"/>
              <a:gd name="connsiteX7" fmla="*/ 3403625 w 4040868"/>
              <a:gd name="connsiteY7" fmla="*/ 1595367 h 2484203"/>
              <a:gd name="connsiteX8" fmla="*/ 3409135 w 4040868"/>
              <a:gd name="connsiteY8" fmla="*/ 2178165 h 2484203"/>
              <a:gd name="connsiteX9" fmla="*/ 3951362 w 4040868"/>
              <a:gd name="connsiteY9" fmla="*/ 1964825 h 2484203"/>
              <a:gd name="connsiteX10" fmla="*/ 4040868 w 4040868"/>
              <a:gd name="connsiteY10" fmla="*/ 1907085 h 2484203"/>
              <a:gd name="connsiteX11" fmla="*/ 4040868 w 4040868"/>
              <a:gd name="connsiteY11" fmla="*/ 2245468 h 2484203"/>
              <a:gd name="connsiteX12" fmla="*/ 3897247 w 4040868"/>
              <a:gd name="connsiteY12" fmla="*/ 2338115 h 2484203"/>
              <a:gd name="connsiteX13" fmla="*/ 3250168 w 4040868"/>
              <a:gd name="connsiteY13" fmla="*/ 2413957 h 2484203"/>
              <a:gd name="connsiteX14" fmla="*/ 3125358 w 4040868"/>
              <a:gd name="connsiteY14" fmla="*/ 1536797 h 2484203"/>
              <a:gd name="connsiteX15" fmla="*/ 3119853 w 4040868"/>
              <a:gd name="connsiteY15" fmla="*/ 954065 h 2484203"/>
              <a:gd name="connsiteX16" fmla="*/ 2577517 w 4040868"/>
              <a:gd name="connsiteY16" fmla="*/ 1167400 h 2484203"/>
              <a:gd name="connsiteX17" fmla="*/ 1717591 w 4040868"/>
              <a:gd name="connsiteY17" fmla="*/ 1380395 h 2484203"/>
              <a:gd name="connsiteX18" fmla="*/ 1592853 w 4040868"/>
              <a:gd name="connsiteY18" fmla="*/ 503348 h 2484203"/>
              <a:gd name="connsiteX19" fmla="*/ 1642974 w 4040868"/>
              <a:gd name="connsiteY19" fmla="*/ 8510 h 2484203"/>
              <a:gd name="connsiteX20" fmla="*/ 0 w 4040868"/>
              <a:gd name="connsiteY20" fmla="*/ 0 h 2484203"/>
              <a:gd name="connsiteX21" fmla="*/ 285293 w 4040868"/>
              <a:gd name="connsiteY21" fmla="*/ 0 h 2484203"/>
              <a:gd name="connsiteX22" fmla="*/ 288683 w 4040868"/>
              <a:gd name="connsiteY22" fmla="*/ 23305 h 2484203"/>
              <a:gd name="connsiteX23" fmla="*/ 344260 w 4040868"/>
              <a:gd name="connsiteY23" fmla="*/ 111230 h 2484203"/>
              <a:gd name="connsiteX24" fmla="*/ 728339 w 4040868"/>
              <a:gd name="connsiteY24" fmla="*/ 1794 h 2484203"/>
              <a:gd name="connsiteX25" fmla="*/ 731070 w 4040868"/>
              <a:gd name="connsiteY25" fmla="*/ 0 h 2484203"/>
              <a:gd name="connsiteX26" fmla="*/ 1253365 w 4040868"/>
              <a:gd name="connsiteY26" fmla="*/ 0 h 2484203"/>
              <a:gd name="connsiteX27" fmla="*/ 1203261 w 4040868"/>
              <a:gd name="connsiteY27" fmla="*/ 30014 h 2484203"/>
              <a:gd name="connsiteX28" fmla="*/ 1045098 w 4040868"/>
              <a:gd name="connsiteY28" fmla="*/ 133945 h 2484203"/>
              <a:gd name="connsiteX29" fmla="*/ 185259 w 4040868"/>
              <a:gd name="connsiteY29" fmla="*/ 346999 h 2484203"/>
              <a:gd name="connsiteX30" fmla="*/ 8682 w 4040868"/>
              <a:gd name="connsiteY30" fmla="*/ 75030 h 248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040868" h="2484203">
                <a:moveTo>
                  <a:pt x="1639501" y="0"/>
                </a:moveTo>
                <a:lnTo>
                  <a:pt x="1927972" y="0"/>
                </a:lnTo>
                <a:lnTo>
                  <a:pt x="1936047" y="69832"/>
                </a:lnTo>
                <a:cubicBezTo>
                  <a:pt x="1941935" y="225592"/>
                  <a:pt x="1905398" y="399199"/>
                  <a:pt x="1871145" y="561938"/>
                </a:cubicBezTo>
                <a:cubicBezTo>
                  <a:pt x="1818675" y="811204"/>
                  <a:pt x="1764412" y="1068972"/>
                  <a:pt x="1876589" y="1144624"/>
                </a:cubicBezTo>
                <a:cubicBezTo>
                  <a:pt x="1988767" y="1220276"/>
                  <a:pt x="2207469" y="1073404"/>
                  <a:pt x="2418931" y="931295"/>
                </a:cubicBezTo>
                <a:cubicBezTo>
                  <a:pt x="2695019" y="745819"/>
                  <a:pt x="3007951" y="535602"/>
                  <a:pt x="3278854" y="718297"/>
                </a:cubicBezTo>
                <a:cubicBezTo>
                  <a:pt x="3549759" y="900994"/>
                  <a:pt x="3472126" y="1269896"/>
                  <a:pt x="3403625" y="1595367"/>
                </a:cubicBezTo>
                <a:cubicBezTo>
                  <a:pt x="3351132" y="1844684"/>
                  <a:pt x="3296911" y="2102481"/>
                  <a:pt x="3409135" y="2178165"/>
                </a:cubicBezTo>
                <a:cubicBezTo>
                  <a:pt x="3521360" y="2253848"/>
                  <a:pt x="3739918" y="2106880"/>
                  <a:pt x="3951362" y="1964825"/>
                </a:cubicBezTo>
                <a:lnTo>
                  <a:pt x="4040868" y="1907085"/>
                </a:lnTo>
                <a:lnTo>
                  <a:pt x="4040868" y="2245468"/>
                </a:lnTo>
                <a:lnTo>
                  <a:pt x="3897247" y="2338115"/>
                </a:lnTo>
                <a:cubicBezTo>
                  <a:pt x="3680078" y="2466935"/>
                  <a:pt x="3453297" y="2550946"/>
                  <a:pt x="3250168" y="2413957"/>
                </a:cubicBezTo>
                <a:cubicBezTo>
                  <a:pt x="2979295" y="2231282"/>
                  <a:pt x="3056854" y="1862273"/>
                  <a:pt x="3125358" y="1536797"/>
                </a:cubicBezTo>
                <a:cubicBezTo>
                  <a:pt x="3177820" y="1287528"/>
                  <a:pt x="3232077" y="1029749"/>
                  <a:pt x="3119853" y="954065"/>
                </a:cubicBezTo>
                <a:cubicBezTo>
                  <a:pt x="3007628" y="878381"/>
                  <a:pt x="2788984" y="1025298"/>
                  <a:pt x="2577517" y="1167400"/>
                </a:cubicBezTo>
                <a:cubicBezTo>
                  <a:pt x="2301431" y="1352887"/>
                  <a:pt x="1988500" y="1563095"/>
                  <a:pt x="1717591" y="1380395"/>
                </a:cubicBezTo>
                <a:cubicBezTo>
                  <a:pt x="1446683" y="1197696"/>
                  <a:pt x="1524354" y="828830"/>
                  <a:pt x="1592853" y="503348"/>
                </a:cubicBezTo>
                <a:cubicBezTo>
                  <a:pt x="1632232" y="316369"/>
                  <a:pt x="1672597" y="124625"/>
                  <a:pt x="1642974" y="8510"/>
                </a:cubicBezTo>
                <a:close/>
                <a:moveTo>
                  <a:pt x="0" y="0"/>
                </a:moveTo>
                <a:lnTo>
                  <a:pt x="285293" y="0"/>
                </a:lnTo>
                <a:lnTo>
                  <a:pt x="288683" y="23305"/>
                </a:lnTo>
                <a:cubicBezTo>
                  <a:pt x="298556" y="62009"/>
                  <a:pt x="316206" y="92310"/>
                  <a:pt x="344260" y="111230"/>
                </a:cubicBezTo>
                <a:cubicBezTo>
                  <a:pt x="428424" y="167989"/>
                  <a:pt x="572407" y="99511"/>
                  <a:pt x="728339" y="1794"/>
                </a:cubicBezTo>
                <a:lnTo>
                  <a:pt x="731070" y="0"/>
                </a:lnTo>
                <a:lnTo>
                  <a:pt x="1253365" y="0"/>
                </a:lnTo>
                <a:lnTo>
                  <a:pt x="1203261" y="30014"/>
                </a:lnTo>
                <a:cubicBezTo>
                  <a:pt x="1151276" y="62590"/>
                  <a:pt x="1097964" y="98419"/>
                  <a:pt x="1045098" y="133945"/>
                </a:cubicBezTo>
                <a:cubicBezTo>
                  <a:pt x="769005" y="319427"/>
                  <a:pt x="456124" y="529669"/>
                  <a:pt x="185259" y="346999"/>
                </a:cubicBezTo>
                <a:cubicBezTo>
                  <a:pt x="83685" y="278498"/>
                  <a:pt x="31110" y="183804"/>
                  <a:pt x="8682" y="7503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50000"/>
            </a:schemeClr>
          </a:solidFill>
          <a:ln w="15939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pic>
        <p:nvPicPr>
          <p:cNvPr id="14" name="Графический объект 13">
            <a:extLst>
              <a:ext uri="{FF2B5EF4-FFF2-40B4-BE49-F238E27FC236}">
                <a16:creationId xmlns:a16="http://schemas.microsoft.com/office/drawing/2014/main" id="{39D0D1EA-36A7-6453-1FD4-3D8EDB9E3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0898"/>
          <a:stretch/>
        </p:blipFill>
        <p:spPr>
          <a:xfrm>
            <a:off x="0" y="2536372"/>
            <a:ext cx="2197076" cy="3717471"/>
          </a:xfrm>
          <a:prstGeom prst="rect">
            <a:avLst/>
          </a:prstGeom>
        </p:spPr>
      </p:pic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956C6AF7-C52F-0661-9756-4ACF5F53D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698171" y="691024"/>
            <a:ext cx="8795658" cy="5475954"/>
            <a:chOff x="1698171" y="691024"/>
            <a:chExt cx="8795658" cy="5475954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28E9A7E9-8102-96E8-3AFE-500CB362A1DC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8795658" cy="5475954"/>
              <a:chOff x="1466850" y="380320"/>
              <a:chExt cx="9258300" cy="5763985"/>
            </a:xfrm>
          </p:grpSpPr>
          <p:sp>
            <p:nvSpPr>
              <p:cNvPr id="4" name="Прямоугольник 3">
                <a:extLst>
                  <a:ext uri="{FF2B5EF4-FFF2-40B4-BE49-F238E27FC236}">
                    <a16:creationId xmlns:a16="http://schemas.microsoft.com/office/drawing/2014/main" id="{053ECDAF-8D46-3B38-8636-403A9D6E1AE5}"/>
                  </a:ext>
                </a:extLst>
              </p:cNvPr>
              <p:cNvSpPr/>
              <p:nvPr userDrawn="1"/>
            </p:nvSpPr>
            <p:spPr>
              <a:xfrm>
                <a:off x="1466850" y="875620"/>
                <a:ext cx="9258300" cy="5268685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5" name="Прямоугольник 4">
                <a:extLst>
                  <a:ext uri="{FF2B5EF4-FFF2-40B4-BE49-F238E27FC236}">
                    <a16:creationId xmlns:a16="http://schemas.microsoft.com/office/drawing/2014/main" id="{CF9042C5-541D-EACD-1550-73F521EE58CE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9258300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10" name="Группа 9">
              <a:extLst>
                <a:ext uri="{FF2B5EF4-FFF2-40B4-BE49-F238E27FC236}">
                  <a16:creationId xmlns:a16="http://schemas.microsoft.com/office/drawing/2014/main" id="{C316982B-45E5-11C7-13E9-FFB7118F3739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7" name="Овал 6">
                <a:extLst>
                  <a:ext uri="{FF2B5EF4-FFF2-40B4-BE49-F238E27FC236}">
                    <a16:creationId xmlns:a16="http://schemas.microsoft.com/office/drawing/2014/main" id="{BAEAE856-A4AE-737F-5F25-C2D45CCF9350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1869E9B6-7A5C-6135-A347-B48DCD6D4E3A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9" name="Овал 8">
                <a:extLst>
                  <a:ext uri="{FF2B5EF4-FFF2-40B4-BE49-F238E27FC236}">
                    <a16:creationId xmlns:a16="http://schemas.microsoft.com/office/drawing/2014/main" id="{04D07301-3180-6D7F-A1D1-2011E615007D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26326" y="1224098"/>
            <a:ext cx="8939349" cy="3717472"/>
          </a:xfrm>
        </p:spPr>
        <p:txBody>
          <a:bodyPr rtlCol="0" anchor="ctr">
            <a:noAutofit/>
          </a:bodyPr>
          <a:lstStyle>
            <a:lvl1pPr algn="ctr">
              <a:defRPr lang="ru-RU" sz="60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13" name="Прямоугольник: Скругленные углы 12">
            <a:extLst>
              <a:ext uri="{FF2B5EF4-FFF2-40B4-BE49-F238E27FC236}">
                <a16:creationId xmlns:a16="http://schemas.microsoft.com/office/drawing/2014/main" id="{CB0A1C84-853A-628A-A9BA-CA6C9B1A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460173" y="5017288"/>
            <a:ext cx="7271656" cy="652923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60171" y="5017288"/>
            <a:ext cx="7271657" cy="652923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ru-RU" sz="1800"/>
            </a:lvl1pPr>
            <a:lvl2pPr marL="457200" indent="0" algn="ctr">
              <a:buNone/>
              <a:defRPr lang="ru-RU" sz="2000"/>
            </a:lvl2pPr>
            <a:lvl3pPr marL="914400" indent="0" algn="ctr">
              <a:buNone/>
              <a:defRPr lang="ru-RU" sz="1800"/>
            </a:lvl3pPr>
            <a:lvl4pPr marL="1371600" indent="0" algn="ctr">
              <a:buNone/>
              <a:defRPr lang="ru-RU" sz="1600"/>
            </a:lvl4pPr>
            <a:lvl5pPr marL="1828800" indent="0" algn="ctr">
              <a:buNone/>
              <a:defRPr lang="ru-RU" sz="1600"/>
            </a:lvl5pPr>
            <a:lvl6pPr marL="2286000" indent="0" algn="ctr">
              <a:buNone/>
              <a:defRPr lang="ru-RU" sz="1600"/>
            </a:lvl6pPr>
            <a:lvl7pPr marL="2743200" indent="0" algn="ctr">
              <a:buNone/>
              <a:defRPr lang="ru-RU" sz="1600"/>
            </a:lvl7pPr>
            <a:lvl8pPr marL="3200400" indent="0" algn="ctr">
              <a:buNone/>
              <a:defRPr lang="ru-RU" sz="1600"/>
            </a:lvl8pPr>
            <a:lvl9pPr marL="3657600" indent="0" algn="ctr">
              <a:buNone/>
              <a:defRPr lang="ru-RU" sz="1600"/>
            </a:lvl9pPr>
          </a:lstStyle>
          <a:p>
            <a:pPr rtl="0"/>
            <a:r>
              <a:rPr lang="ru-RU"/>
              <a:t>Подзаголовок слайда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 элемента содержимог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Скругленные углы 7">
            <a:extLst>
              <a:ext uri="{FF2B5EF4-FFF2-40B4-BE49-F238E27FC236}">
                <a16:creationId xmlns:a16="http://schemas.microsoft.com/office/drawing/2014/main" id="{7F2D7010-7DD7-3796-25B0-887F020FD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550" y="327025"/>
            <a:ext cx="11518900" cy="5561466"/>
          </a:xfrm>
          <a:prstGeom prst="roundRect">
            <a:avLst>
              <a:gd name="adj" fmla="val 1928"/>
            </a:avLst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E720C36-0F8D-D8C0-9900-9ABBBFF54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33416" y="1933575"/>
            <a:ext cx="5312664" cy="3661683"/>
          </a:xfrm>
          <a:prstGeom prst="roundRect">
            <a:avLst>
              <a:gd name="adj" fmla="val 9932"/>
            </a:avLst>
          </a:prstGeom>
          <a:solidFill>
            <a:schemeClr val="accent6">
              <a:alpha val="2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8" name="Прямоугольник: Скругленные углы 27">
            <a:extLst>
              <a:ext uri="{FF2B5EF4-FFF2-40B4-BE49-F238E27FC236}">
                <a16:creationId xmlns:a16="http://schemas.microsoft.com/office/drawing/2014/main" id="{6CA4DA47-F1FE-347F-D205-7E5F76A5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350" y="1933575"/>
            <a:ext cx="5314950" cy="3661683"/>
          </a:xfrm>
          <a:prstGeom prst="roundRect">
            <a:avLst>
              <a:gd name="adj" fmla="val 9932"/>
            </a:avLst>
          </a:prstGeom>
          <a:solidFill>
            <a:schemeClr val="accent5">
              <a:alpha val="2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AB85A72-D42C-6248-9886-01A284D0AE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350" y="576292"/>
            <a:ext cx="10907016" cy="922516"/>
          </a:xfrm>
        </p:spPr>
        <p:txBody>
          <a:bodyPr tIns="182880" rtlCol="0"/>
          <a:lstStyle>
            <a:lvl1pPr algn="l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0C8E618-75F9-458D-3A62-1F2682AD9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1A417590-A410-1B88-C23B-74EA0E7EA5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Объект 2">
            <a:extLst>
              <a:ext uri="{FF2B5EF4-FFF2-40B4-BE49-F238E27FC236}">
                <a16:creationId xmlns:a16="http://schemas.microsoft.com/office/drawing/2014/main" id="{20C0BEF1-6AFB-D9F2-2B8C-DF15558CAB57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88999" y="2343150"/>
            <a:ext cx="4873446" cy="2994868"/>
          </a:xfrm>
        </p:spPr>
        <p:txBody>
          <a:bodyPr rtlCol="0"/>
          <a:lstStyle>
            <a:lvl1pPr marL="0" indent="0">
              <a:lnSpc>
                <a:spcPts val="1900"/>
              </a:lnSpc>
              <a:spcBef>
                <a:spcPts val="1000"/>
              </a:spcBef>
              <a:buNone/>
              <a:defRPr lang="ru-RU" sz="1800"/>
            </a:lvl1pPr>
            <a:lvl2pPr marL="228600">
              <a:lnSpc>
                <a:spcPts val="1900"/>
              </a:lnSpc>
              <a:spcBef>
                <a:spcPts val="1000"/>
              </a:spcBef>
              <a:defRPr lang="ru-RU" sz="1800"/>
            </a:lvl2pPr>
            <a:lvl3pPr marL="685800">
              <a:lnSpc>
                <a:spcPts val="1900"/>
              </a:lnSpc>
              <a:spcBef>
                <a:spcPts val="1000"/>
              </a:spcBef>
              <a:defRPr lang="ru-RU" sz="1800"/>
            </a:lvl3pPr>
            <a:lvl4pPr marL="1143000">
              <a:lnSpc>
                <a:spcPts val="1900"/>
              </a:lnSpc>
              <a:spcBef>
                <a:spcPts val="1000"/>
              </a:spcBef>
              <a:defRPr lang="ru-RU" sz="1800"/>
            </a:lvl4pPr>
            <a:lvl5pPr marL="1600200">
              <a:lnSpc>
                <a:spcPts val="1900"/>
              </a:lnSpc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F9B32CC6-748C-4CAB-2EAB-F498EBD8B32C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496321" y="2343150"/>
            <a:ext cx="4873446" cy="2990850"/>
          </a:xfrm>
        </p:spPr>
        <p:txBody>
          <a:bodyPr rtlCol="0"/>
          <a:lstStyle>
            <a:lvl1pPr marL="0" indent="0">
              <a:lnSpc>
                <a:spcPts val="1900"/>
              </a:lnSpc>
              <a:spcBef>
                <a:spcPts val="1000"/>
              </a:spcBef>
              <a:buNone/>
              <a:defRPr lang="ru-RU" sz="1800"/>
            </a:lvl1pPr>
            <a:lvl2pPr marL="228600">
              <a:lnSpc>
                <a:spcPts val="1900"/>
              </a:lnSpc>
              <a:spcBef>
                <a:spcPts val="1000"/>
              </a:spcBef>
              <a:defRPr lang="ru-RU" sz="1800"/>
            </a:lvl2pPr>
            <a:lvl3pPr marL="685800">
              <a:lnSpc>
                <a:spcPts val="1900"/>
              </a:lnSpc>
              <a:spcBef>
                <a:spcPts val="1000"/>
              </a:spcBef>
              <a:defRPr lang="ru-RU" sz="1800"/>
            </a:lvl3pPr>
            <a:lvl4pPr marL="1143000">
              <a:lnSpc>
                <a:spcPts val="1900"/>
              </a:lnSpc>
              <a:spcBef>
                <a:spcPts val="1000"/>
              </a:spcBef>
              <a:defRPr lang="ru-RU" sz="1800"/>
            </a:lvl4pPr>
            <a:lvl5pPr marL="1600200">
              <a:lnSpc>
                <a:spcPts val="1900"/>
              </a:lnSpc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95B39729-974D-AA19-321C-259F9E6774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17E8AAA2-3E44-49B5-88D8-13DCE02B80BE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15" name="Графический объект 14">
            <a:extLst>
              <a:ext uri="{FF2B5EF4-FFF2-40B4-BE49-F238E27FC236}">
                <a16:creationId xmlns:a16="http://schemas.microsoft.com/office/drawing/2014/main" id="{D0225ACC-FFD9-6B8F-F487-1D67910EA8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1D0E68D-DD6F-159D-E995-52C3D7D5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8" name="Графический объект 17">
            <a:extLst>
              <a:ext uri="{FF2B5EF4-FFF2-40B4-BE49-F238E27FC236}">
                <a16:creationId xmlns:a16="http://schemas.microsoft.com/office/drawing/2014/main" id="{FB0E3525-56EE-84A4-2487-4BBC37B43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19" name="Номер слайда 5">
            <a:extLst>
              <a:ext uri="{FF2B5EF4-FFF2-40B4-BE49-F238E27FC236}">
                <a16:creationId xmlns:a16="http://schemas.microsoft.com/office/drawing/2014/main" id="{3F9CA93E-AA01-748E-065E-20F3E1A1A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043D476-B609-7D5A-A9DF-7D73B31B1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3089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элемента содержимог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Скругленные углы 7">
            <a:extLst>
              <a:ext uri="{FF2B5EF4-FFF2-40B4-BE49-F238E27FC236}">
                <a16:creationId xmlns:a16="http://schemas.microsoft.com/office/drawing/2014/main" id="{7F2D7010-7DD7-3796-25B0-887F020FD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550" y="327025"/>
            <a:ext cx="11518900" cy="5561466"/>
          </a:xfrm>
          <a:prstGeom prst="roundRect">
            <a:avLst>
              <a:gd name="adj" fmla="val 1928"/>
            </a:avLst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E720C36-0F8D-D8C0-9900-9ABBBFF54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24824" y="1933575"/>
            <a:ext cx="3421255" cy="3661683"/>
          </a:xfrm>
          <a:prstGeom prst="roundRect">
            <a:avLst>
              <a:gd name="adj" fmla="val 9932"/>
            </a:avLst>
          </a:prstGeom>
          <a:solidFill>
            <a:schemeClr val="accent6">
              <a:alpha val="2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8" name="Прямоугольник: Скругленные углы 27">
            <a:extLst>
              <a:ext uri="{FF2B5EF4-FFF2-40B4-BE49-F238E27FC236}">
                <a16:creationId xmlns:a16="http://schemas.microsoft.com/office/drawing/2014/main" id="{6CA4DA47-F1FE-347F-D205-7E5F76A5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349" y="1933575"/>
            <a:ext cx="7174103" cy="3661683"/>
          </a:xfrm>
          <a:prstGeom prst="roundRect">
            <a:avLst>
              <a:gd name="adj" fmla="val 9932"/>
            </a:avLst>
          </a:prstGeom>
          <a:solidFill>
            <a:schemeClr val="accent3">
              <a:alpha val="2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48533775-BAF7-CC9D-D6AD-AD60D3BA9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350" y="576292"/>
            <a:ext cx="10907016" cy="922516"/>
          </a:xfrm>
        </p:spPr>
        <p:txBody>
          <a:bodyPr tIns="182880" rtlCol="0"/>
          <a:lstStyle>
            <a:lvl1pPr algn="l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88998" y="2343150"/>
            <a:ext cx="6762631" cy="2994868"/>
          </a:xfrm>
        </p:spPr>
        <p:txBody>
          <a:bodyPr rtlCol="0"/>
          <a:lstStyle>
            <a:lvl1pPr marL="0" indent="0">
              <a:lnSpc>
                <a:spcPts val="1900"/>
              </a:lnSpc>
              <a:spcBef>
                <a:spcPts val="1000"/>
              </a:spcBef>
              <a:buNone/>
              <a:defRPr lang="ru-RU" sz="1800"/>
            </a:lvl1pPr>
            <a:lvl2pPr marL="228600">
              <a:lnSpc>
                <a:spcPts val="1900"/>
              </a:lnSpc>
              <a:spcBef>
                <a:spcPts val="1000"/>
              </a:spcBef>
              <a:defRPr lang="ru-RU" sz="1800"/>
            </a:lvl2pPr>
            <a:lvl3pPr marL="685800">
              <a:lnSpc>
                <a:spcPts val="1900"/>
              </a:lnSpc>
              <a:spcBef>
                <a:spcPts val="1000"/>
              </a:spcBef>
              <a:defRPr lang="ru-RU" sz="1800"/>
            </a:lvl3pPr>
            <a:lvl4pPr marL="1143000">
              <a:lnSpc>
                <a:spcPts val="1900"/>
              </a:lnSpc>
              <a:spcBef>
                <a:spcPts val="1000"/>
              </a:spcBef>
              <a:defRPr lang="ru-RU" sz="1800"/>
            </a:lvl4pPr>
            <a:lvl5pPr marL="1600200">
              <a:lnSpc>
                <a:spcPts val="1900"/>
              </a:lnSpc>
              <a:spcBef>
                <a:spcPts val="1000"/>
              </a:spcBef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9" name="Объект 3">
            <a:extLst>
              <a:ext uri="{FF2B5EF4-FFF2-40B4-BE49-F238E27FC236}">
                <a16:creationId xmlns:a16="http://schemas.microsoft.com/office/drawing/2014/main" id="{EEF67B58-AA53-B48D-DD97-72B3116B22D2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296275" y="2343150"/>
            <a:ext cx="3062967" cy="2990850"/>
          </a:xfrm>
        </p:spPr>
        <p:txBody>
          <a:bodyPr rtlCol="0"/>
          <a:lstStyle>
            <a:lvl1pPr>
              <a:lnSpc>
                <a:spcPts val="1900"/>
              </a:lnSpc>
              <a:defRPr lang="ru-RU" sz="1800"/>
            </a:lvl1pPr>
            <a:lvl2pPr>
              <a:lnSpc>
                <a:spcPts val="1900"/>
              </a:lnSpc>
              <a:defRPr lang="ru-RU" sz="1800"/>
            </a:lvl2pPr>
            <a:lvl3pPr>
              <a:lnSpc>
                <a:spcPts val="1900"/>
              </a:lnSpc>
              <a:defRPr lang="ru-RU" sz="1800"/>
            </a:lvl3pPr>
            <a:lvl4pPr>
              <a:lnSpc>
                <a:spcPts val="1900"/>
              </a:lnSpc>
              <a:defRPr lang="ru-RU" sz="1800"/>
            </a:lvl4pPr>
            <a:lvl5pPr>
              <a:lnSpc>
                <a:spcPts val="1900"/>
              </a:lnSpc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E94BBE0-379D-0165-CAC7-1F8B11D76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F202F7C8-DEF9-7613-2C2E-1BE67CDD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Дата 3">
            <a:extLst>
              <a:ext uri="{FF2B5EF4-FFF2-40B4-BE49-F238E27FC236}">
                <a16:creationId xmlns:a16="http://schemas.microsoft.com/office/drawing/2014/main" id="{160EE65A-711D-F38D-9188-D4EAE00310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cs"/>
                <a:cs typeface="+mj-cs"/>
              </a:defRPr>
            </a:lvl1pPr>
          </a:lstStyle>
          <a:p>
            <a:pPr rtl="0"/>
            <a:fld id="{2A850D8F-0CC4-425D-A979-EBE1CDDD15F3}" type="datetime1">
              <a:rPr lang="ru-RU" smtClean="0"/>
              <a:t>28.03.2026</a:t>
            </a:fld>
            <a:endParaRPr lang="ru-RU" dirty="0"/>
          </a:p>
        </p:txBody>
      </p:sp>
      <p:pic>
        <p:nvPicPr>
          <p:cNvPr id="18" name="Графический объект 17">
            <a:extLst>
              <a:ext uri="{FF2B5EF4-FFF2-40B4-BE49-F238E27FC236}">
                <a16:creationId xmlns:a16="http://schemas.microsoft.com/office/drawing/2014/main" id="{528D3B9C-A39A-B7F4-9EF1-8DACD6392D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9" name="Графический объект 18">
            <a:extLst>
              <a:ext uri="{FF2B5EF4-FFF2-40B4-BE49-F238E27FC236}">
                <a16:creationId xmlns:a16="http://schemas.microsoft.com/office/drawing/2014/main" id="{025BC426-76D2-E6A7-7ACC-B430676DC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20" name="Графический объект 19">
            <a:extLst>
              <a:ext uri="{FF2B5EF4-FFF2-40B4-BE49-F238E27FC236}">
                <a16:creationId xmlns:a16="http://schemas.microsoft.com/office/drawing/2014/main" id="{BEC2F84A-080B-721D-C47A-BA27BCE90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21" name="Номер слайда 5">
            <a:extLst>
              <a:ext uri="{FF2B5EF4-FFF2-40B4-BE49-F238E27FC236}">
                <a16:creationId xmlns:a16="http://schemas.microsoft.com/office/drawing/2014/main" id="{AEAD915F-02B9-E376-AEE8-C9188A70E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cs"/>
                <a:cs typeface="+mj-cs"/>
              </a:defRPr>
            </a:lvl1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991E374-28A1-DAB0-74F1-E14DD4733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93546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ступл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: Скругленные углы 5">
            <a:extLst>
              <a:ext uri="{FF2B5EF4-FFF2-40B4-BE49-F238E27FC236}">
                <a16:creationId xmlns:a16="http://schemas.microsoft.com/office/drawing/2014/main" id="{EA41A884-237A-64B6-32E7-217992605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550" y="327025"/>
            <a:ext cx="11518900" cy="5561466"/>
          </a:xfrm>
          <a:prstGeom prst="roundRect">
            <a:avLst>
              <a:gd name="adj" fmla="val 1928"/>
            </a:avLst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245F31-81CB-7608-A735-BE1B508EC0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349" y="403224"/>
            <a:ext cx="5946389" cy="2219552"/>
          </a:xfrm>
        </p:spPr>
        <p:txBody>
          <a:bodyPr rtlCol="0" anchor="b"/>
          <a:lstStyle>
            <a:lvl1pPr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5D911D6-AEFE-1CA4-D41D-B9157575E48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349" y="2884714"/>
            <a:ext cx="5946389" cy="1997530"/>
          </a:xfrm>
        </p:spPr>
        <p:txBody>
          <a:bodyPr rtlCol="0"/>
          <a:lstStyle>
            <a:lvl1pPr marL="2857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1pPr>
            <a:lvl2pPr marL="7429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2pPr>
            <a:lvl3pPr marL="12001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3pPr>
            <a:lvl4pPr marL="16573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4pPr>
            <a:lvl5pPr marL="21145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9D8C8DC-9BBB-5079-F2BB-7AFCEF6C3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357061" y="1320978"/>
            <a:ext cx="3550424" cy="3561705"/>
            <a:chOff x="1698171" y="691024"/>
            <a:chExt cx="3550424" cy="3561705"/>
          </a:xfrm>
        </p:grpSpPr>
        <p:grpSp>
          <p:nvGrpSpPr>
            <p:cNvPr id="17" name="Группа 16">
              <a:extLst>
                <a:ext uri="{FF2B5EF4-FFF2-40B4-BE49-F238E27FC236}">
                  <a16:creationId xmlns:a16="http://schemas.microsoft.com/office/drawing/2014/main" id="{58853234-6427-C6E9-934B-8E3D20680399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3550424" cy="3561705"/>
              <a:chOff x="1466850" y="380319"/>
              <a:chExt cx="3737172" cy="3749048"/>
            </a:xfrm>
          </p:grpSpPr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24A333EF-A4E5-C14C-30ED-1D0431BF42BD}"/>
                  </a:ext>
                </a:extLst>
              </p:cNvPr>
              <p:cNvSpPr/>
              <p:nvPr userDrawn="1"/>
            </p:nvSpPr>
            <p:spPr>
              <a:xfrm>
                <a:off x="1466850" y="875621"/>
                <a:ext cx="3737172" cy="325374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E7DA7D0A-FCD9-8D61-7756-4D154DAE693F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3737172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18" name="Группа 17">
              <a:extLst>
                <a:ext uri="{FF2B5EF4-FFF2-40B4-BE49-F238E27FC236}">
                  <a16:creationId xmlns:a16="http://schemas.microsoft.com/office/drawing/2014/main" id="{FAAD6121-8E16-380C-3CEE-AA15587ABCCA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19" name="Овал 18">
                <a:extLst>
                  <a:ext uri="{FF2B5EF4-FFF2-40B4-BE49-F238E27FC236}">
                    <a16:creationId xmlns:a16="http://schemas.microsoft.com/office/drawing/2014/main" id="{FB5606C5-9513-E7A1-2E78-26147F563805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0" name="Овал 19">
                <a:extLst>
                  <a:ext uri="{FF2B5EF4-FFF2-40B4-BE49-F238E27FC236}">
                    <a16:creationId xmlns:a16="http://schemas.microsoft.com/office/drawing/2014/main" id="{57FCFA69-6517-C9E2-41E5-851F0B39E300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1" name="Овал 20">
                <a:extLst>
                  <a:ext uri="{FF2B5EF4-FFF2-40B4-BE49-F238E27FC236}">
                    <a16:creationId xmlns:a16="http://schemas.microsoft.com/office/drawing/2014/main" id="{71DB0373-9CE8-0C17-DC5D-A761A9680A74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208C6DE-C3F7-D9D8-5020-CC917762A3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BAD6D2E6-00C3-DFC4-E3CC-F7667A4CF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Графический объект 12">
            <a:extLst>
              <a:ext uri="{FF2B5EF4-FFF2-40B4-BE49-F238E27FC236}">
                <a16:creationId xmlns:a16="http://schemas.microsoft.com/office/drawing/2014/main" id="{A1250816-70E6-472B-5427-B70F06897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28" name="Графический объект 27">
            <a:extLst>
              <a:ext uri="{FF2B5EF4-FFF2-40B4-BE49-F238E27FC236}">
                <a16:creationId xmlns:a16="http://schemas.microsoft.com/office/drawing/2014/main" id="{843018F2-43DC-265A-AC49-91D41C8BF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29" name="Графический объект 28">
            <a:extLst>
              <a:ext uri="{FF2B5EF4-FFF2-40B4-BE49-F238E27FC236}">
                <a16:creationId xmlns:a16="http://schemas.microsoft.com/office/drawing/2014/main" id="{42402DB9-1860-2811-AF1D-2D4273F21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5" name="Рисунок 4">
            <a:extLst>
              <a:ext uri="{FF2B5EF4-FFF2-40B4-BE49-F238E27FC236}">
                <a16:creationId xmlns:a16="http://schemas.microsoft.com/office/drawing/2014/main" id="{62D499E7-F68F-77A3-7384-16F7358B1F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77033" y="1809865"/>
            <a:ext cx="3520440" cy="3063240"/>
          </a:xfrm>
          <a:ln w="38100">
            <a:noFill/>
          </a:ln>
        </p:spPr>
        <p:txBody>
          <a:bodyPr rtlCol="0"/>
          <a:lstStyle>
            <a:lvl1pPr marL="0" indent="0" algn="ctr">
              <a:buNone/>
              <a:defRPr lang="ru-RU" sz="2000"/>
            </a:lvl1pPr>
          </a:lstStyle>
          <a:p>
            <a:pPr rtl="0"/>
            <a:r>
              <a:rPr lang="ru-RU"/>
              <a:t>Щелкните значок, чтобы добавить фото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3215DAD2-571F-6D7B-15E5-224268BDE2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cs"/>
                <a:cs typeface="+mj-cs"/>
              </a:defRPr>
            </a:lvl1pPr>
          </a:lstStyle>
          <a:p>
            <a:pPr rtl="0"/>
            <a:fld id="{9AF5A4E2-3BF6-48DC-B37D-10F915567F42}" type="datetime1">
              <a:rPr lang="ru-RU" smtClean="0"/>
              <a:t>28.03.2026</a:t>
            </a:fld>
            <a:endParaRPr lang="ru-RU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FE724EE9-07D6-911A-3D7F-82EBAF56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0" name="Номер слайда 5">
            <a:extLst>
              <a:ext uri="{FF2B5EF4-FFF2-40B4-BE49-F238E27FC236}">
                <a16:creationId xmlns:a16="http://schemas.microsoft.com/office/drawing/2014/main" id="{6DE1CF9C-D85F-CED5-1FFF-902538AAD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cs"/>
                <a:cs typeface="+mj-cs"/>
              </a:defRPr>
            </a:lvl1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0362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B8722D0A-E5E5-85E8-8A98-85D9705FC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80999" y="380999"/>
            <a:ext cx="11430000" cy="1643137"/>
            <a:chOff x="1698170" y="691024"/>
            <a:chExt cx="11430000" cy="1643137"/>
          </a:xfrm>
        </p:grpSpPr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B6302B80-DDF6-B2B7-6559-5B19EDC98763}"/>
                </a:ext>
              </a:extLst>
            </p:cNvPr>
            <p:cNvGrpSpPr/>
            <p:nvPr userDrawn="1"/>
          </p:nvGrpSpPr>
          <p:grpSpPr>
            <a:xfrm>
              <a:off x="1698170" y="691024"/>
              <a:ext cx="11430000" cy="1643137"/>
              <a:chOff x="1466849" y="380320"/>
              <a:chExt cx="12031205" cy="1729565"/>
            </a:xfrm>
          </p:grpSpPr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81CCE774-3C05-A473-EC2B-CC0477DD95B7}"/>
                  </a:ext>
                </a:extLst>
              </p:cNvPr>
              <p:cNvSpPr/>
              <p:nvPr userDrawn="1"/>
            </p:nvSpPr>
            <p:spPr>
              <a:xfrm>
                <a:off x="1466849" y="875621"/>
                <a:ext cx="12031204" cy="123426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F2119DFF-8596-5767-9E16-1F5D2A0890B0}"/>
                  </a:ext>
                </a:extLst>
              </p:cNvPr>
              <p:cNvSpPr/>
              <p:nvPr userDrawn="1"/>
            </p:nvSpPr>
            <p:spPr>
              <a:xfrm>
                <a:off x="1466849" y="380320"/>
                <a:ext cx="12031205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66202FE4-E23F-5D9F-6685-2591771D5E07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25" name="Овал 24">
                <a:extLst>
                  <a:ext uri="{FF2B5EF4-FFF2-40B4-BE49-F238E27FC236}">
                    <a16:creationId xmlns:a16="http://schemas.microsoft.com/office/drawing/2014/main" id="{F1CC1965-068E-9CDB-3C77-0B37519DC63E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6" name="Овал 25">
                <a:extLst>
                  <a:ext uri="{FF2B5EF4-FFF2-40B4-BE49-F238E27FC236}">
                    <a16:creationId xmlns:a16="http://schemas.microsoft.com/office/drawing/2014/main" id="{75490BAC-795F-B586-F7A7-4DFB64162F77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F93C3DAB-2ED3-29C3-4C46-70C1FE5C77D0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723D7900-A764-0B16-7BED-F9EBD836AC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80999" y="2252872"/>
            <a:ext cx="11429999" cy="3635330"/>
            <a:chOff x="1698170" y="691024"/>
            <a:chExt cx="11429999" cy="3635330"/>
          </a:xfrm>
        </p:grpSpPr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C0DAD512-E415-2CBA-7F91-C6B058A5ADBD}"/>
                </a:ext>
              </a:extLst>
            </p:cNvPr>
            <p:cNvGrpSpPr/>
            <p:nvPr userDrawn="1"/>
          </p:nvGrpSpPr>
          <p:grpSpPr>
            <a:xfrm>
              <a:off x="1698170" y="691024"/>
              <a:ext cx="11429999" cy="3635330"/>
              <a:chOff x="1466849" y="380320"/>
              <a:chExt cx="12031203" cy="3826546"/>
            </a:xfrm>
          </p:grpSpPr>
          <p:sp>
            <p:nvSpPr>
              <p:cNvPr id="38" name="Прямоугольник 37">
                <a:extLst>
                  <a:ext uri="{FF2B5EF4-FFF2-40B4-BE49-F238E27FC236}">
                    <a16:creationId xmlns:a16="http://schemas.microsoft.com/office/drawing/2014/main" id="{921D068B-EDAE-2B09-0C52-3807110CD594}"/>
                  </a:ext>
                </a:extLst>
              </p:cNvPr>
              <p:cNvSpPr/>
              <p:nvPr userDrawn="1"/>
            </p:nvSpPr>
            <p:spPr>
              <a:xfrm>
                <a:off x="1466850" y="875621"/>
                <a:ext cx="12031202" cy="3331245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9" name="Прямоугольник 38">
                <a:extLst>
                  <a:ext uri="{FF2B5EF4-FFF2-40B4-BE49-F238E27FC236}">
                    <a16:creationId xmlns:a16="http://schemas.microsoft.com/office/drawing/2014/main" id="{6825F6B8-7F31-9F6F-6F40-4446D62B0C09}"/>
                  </a:ext>
                </a:extLst>
              </p:cNvPr>
              <p:cNvSpPr/>
              <p:nvPr userDrawn="1"/>
            </p:nvSpPr>
            <p:spPr>
              <a:xfrm>
                <a:off x="1466849" y="380320"/>
                <a:ext cx="12031202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7110B156-7097-18AF-109C-9129C1D27D5C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35" name="Овал 34">
                <a:extLst>
                  <a:ext uri="{FF2B5EF4-FFF2-40B4-BE49-F238E27FC236}">
                    <a16:creationId xmlns:a16="http://schemas.microsoft.com/office/drawing/2014/main" id="{868629EE-2788-3490-B87C-FE2A00069885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6" name="Овал 35">
                <a:extLst>
                  <a:ext uri="{FF2B5EF4-FFF2-40B4-BE49-F238E27FC236}">
                    <a16:creationId xmlns:a16="http://schemas.microsoft.com/office/drawing/2014/main" id="{BD13927A-0814-22EA-70B1-CD822828F18E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7" name="Овал 36">
                <a:extLst>
                  <a:ext uri="{FF2B5EF4-FFF2-40B4-BE49-F238E27FC236}">
                    <a16:creationId xmlns:a16="http://schemas.microsoft.com/office/drawing/2014/main" id="{7BEDD65C-96D1-E6E2-62CE-14973E1DB1B4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D7FB8EE-5B3A-2DFB-6FDF-44E5B3D939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350" y="990005"/>
            <a:ext cx="10907016" cy="922516"/>
          </a:xfrm>
        </p:spPr>
        <p:txBody>
          <a:bodyPr tIns="182880" rtlCol="0"/>
          <a:lstStyle>
            <a:lvl1pPr algn="l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4786" y="3059961"/>
            <a:ext cx="3961039" cy="2467383"/>
          </a:xfrm>
        </p:spPr>
        <p:txBody>
          <a:bodyPr rtlCol="0"/>
          <a:lstStyle>
            <a:lvl1pPr>
              <a:defRPr lang="ru-RU" sz="1800"/>
            </a:lvl1pPr>
            <a:lvl2pPr>
              <a:defRPr lang="ru-RU" sz="1800"/>
            </a:lvl2pPr>
            <a:lvl3pPr>
              <a:defRPr lang="ru-RU" sz="1800"/>
            </a:lvl3pPr>
            <a:lvl4pPr>
              <a:defRPr lang="ru-RU" sz="1800"/>
            </a:lvl4pPr>
            <a:lvl5pPr>
              <a:defRPr lang="ru-RU" sz="1800"/>
            </a:lvl5pPr>
            <a:lvl6pPr>
              <a:defRPr lang="ru-RU" sz="2000"/>
            </a:lvl6pPr>
            <a:lvl7pPr>
              <a:defRPr lang="ru-RU" sz="2000"/>
            </a:lvl7pPr>
            <a:lvl8pPr>
              <a:defRPr lang="ru-RU" sz="2000"/>
            </a:lvl8pPr>
            <a:lvl9pPr>
              <a:defRPr lang="ru-RU" sz="2000"/>
            </a:lvl9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9" name="Местозаполнитель таблицы 8">
            <a:extLst>
              <a:ext uri="{FF2B5EF4-FFF2-40B4-BE49-F238E27FC236}">
                <a16:creationId xmlns:a16="http://schemas.microsoft.com/office/drawing/2014/main" id="{6539386C-EDE8-05CD-6687-DDB57EB0D55D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048250" y="3059960"/>
            <a:ext cx="6500116" cy="2467383"/>
          </a:xfrm>
        </p:spPr>
        <p:txBody>
          <a:bodyPr rtlCol="0"/>
          <a:lstStyle>
            <a:lvl1pPr>
              <a:defRPr lang="ru-RU" sz="2000"/>
            </a:lvl1pPr>
          </a:lstStyle>
          <a:p>
            <a:pPr lvl="0" rtl="0"/>
            <a:r>
              <a:rPr lang="ru-RU"/>
              <a:t>Щелкните, чтобы добавить таблицу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E150A47-3CDE-6A2F-544A-5F98134DF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50829F0F-DBDF-07B3-7893-FA37927FB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Дата 3">
            <a:extLst>
              <a:ext uri="{FF2B5EF4-FFF2-40B4-BE49-F238E27FC236}">
                <a16:creationId xmlns:a16="http://schemas.microsoft.com/office/drawing/2014/main" id="{48B8345A-1B48-25C5-67AE-D78987BE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cs"/>
                <a:cs typeface="+mj-cs"/>
              </a:defRPr>
            </a:lvl1pPr>
          </a:lstStyle>
          <a:p>
            <a:pPr rtl="0"/>
            <a:fld id="{249FDB3F-FB5F-4A13-B0E4-2179062ED3EB}" type="datetime1">
              <a:rPr lang="ru-RU" smtClean="0"/>
              <a:t>28.03.2026</a:t>
            </a:fld>
            <a:endParaRPr lang="ru-RU" dirty="0"/>
          </a:p>
        </p:txBody>
      </p:sp>
      <p:pic>
        <p:nvPicPr>
          <p:cNvPr id="13" name="Графический объект 12">
            <a:extLst>
              <a:ext uri="{FF2B5EF4-FFF2-40B4-BE49-F238E27FC236}">
                <a16:creationId xmlns:a16="http://schemas.microsoft.com/office/drawing/2014/main" id="{938A89FC-B8CA-14B7-D2D8-E768D99D8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4" name="Графический объект 13">
            <a:extLst>
              <a:ext uri="{FF2B5EF4-FFF2-40B4-BE49-F238E27FC236}">
                <a16:creationId xmlns:a16="http://schemas.microsoft.com/office/drawing/2014/main" id="{3FF78B34-411F-1CA2-E7AE-72EE59FB9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9" name="Графический объект 18">
            <a:extLst>
              <a:ext uri="{FF2B5EF4-FFF2-40B4-BE49-F238E27FC236}">
                <a16:creationId xmlns:a16="http://schemas.microsoft.com/office/drawing/2014/main" id="{3F0324D9-6571-4E22-7F05-EB7C4C252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20" name="Номер слайда 5">
            <a:extLst>
              <a:ext uri="{FF2B5EF4-FFF2-40B4-BE49-F238E27FC236}">
                <a16:creationId xmlns:a16="http://schemas.microsoft.com/office/drawing/2014/main" id="{F5AD4638-F38E-56C0-D181-3C9488FAF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cs"/>
                <a:cs typeface="+mj-cs"/>
              </a:defRPr>
            </a:lvl1pPr>
          </a:lstStyle>
          <a:p>
            <a:pPr rtl="0"/>
            <a:fld id="{294A09A9-5501-47C1-A89A-A340965A2BE2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E8BB575-A42F-625D-F8C0-71BACF904A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46543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элемента содержимог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Скругленные углы 7">
            <a:extLst>
              <a:ext uri="{FF2B5EF4-FFF2-40B4-BE49-F238E27FC236}">
                <a16:creationId xmlns:a16="http://schemas.microsoft.com/office/drawing/2014/main" id="{7F2D7010-7DD7-3796-25B0-887F020FD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550" y="327025"/>
            <a:ext cx="11518900" cy="5561466"/>
          </a:xfrm>
          <a:prstGeom prst="roundRect">
            <a:avLst>
              <a:gd name="adj" fmla="val 1928"/>
            </a:avLst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E720C36-0F8D-D8C0-9900-9ABBBFF54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0494" y="1933575"/>
            <a:ext cx="3421255" cy="3661683"/>
          </a:xfrm>
          <a:prstGeom prst="roundRect">
            <a:avLst>
              <a:gd name="adj" fmla="val 9932"/>
            </a:avLst>
          </a:prstGeom>
          <a:solidFill>
            <a:schemeClr val="accent2">
              <a:alpha val="2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8" name="Прямоугольник: Скругленные углы 27">
            <a:extLst>
              <a:ext uri="{FF2B5EF4-FFF2-40B4-BE49-F238E27FC236}">
                <a16:creationId xmlns:a16="http://schemas.microsoft.com/office/drawing/2014/main" id="{6CA4DA47-F1FE-347F-D205-7E5F76A5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71976" y="1933575"/>
            <a:ext cx="7174103" cy="3661683"/>
          </a:xfrm>
          <a:prstGeom prst="roundRect">
            <a:avLst>
              <a:gd name="adj" fmla="val 9932"/>
            </a:avLst>
          </a:prstGeom>
          <a:solidFill>
            <a:schemeClr val="accent6">
              <a:alpha val="2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38E9543-72F0-3B98-EBDB-95F36BA54F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350" y="576292"/>
            <a:ext cx="10907016" cy="922516"/>
          </a:xfrm>
        </p:spPr>
        <p:txBody>
          <a:bodyPr tIns="182880" rtlCol="0"/>
          <a:lstStyle>
            <a:lvl1pPr algn="l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sp>
        <p:nvSpPr>
          <p:cNvPr id="9" name="Объект 3">
            <a:extLst>
              <a:ext uri="{FF2B5EF4-FFF2-40B4-BE49-F238E27FC236}">
                <a16:creationId xmlns:a16="http://schemas.microsoft.com/office/drawing/2014/main" id="{EEF67B58-AA53-B48D-DD97-72B3116B22D2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21945" y="2343150"/>
            <a:ext cx="3062967" cy="2990850"/>
          </a:xfrm>
        </p:spPr>
        <p:txBody>
          <a:bodyPr rtlCol="0"/>
          <a:lstStyle>
            <a:lvl1pPr marL="2857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1pPr>
            <a:lvl2pPr marL="7429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2pPr>
            <a:lvl3pPr marL="12001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3pPr>
            <a:lvl4pPr marL="16573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4pPr>
            <a:lvl5pPr marL="2114550" indent="-285750">
              <a:lnSpc>
                <a:spcPts val="1900"/>
              </a:lnSpc>
              <a:buFont typeface="Arial" panose="020B0604020202020204" pitchFamily="34" charset="0"/>
              <a:buChar char="•"/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619626" y="2343150"/>
            <a:ext cx="6626226" cy="2994868"/>
          </a:xfrm>
        </p:spPr>
        <p:txBody>
          <a:bodyPr rtlCol="0"/>
          <a:lstStyle>
            <a:lvl1pPr marL="0" indent="0">
              <a:lnSpc>
                <a:spcPts val="1900"/>
              </a:lnSpc>
              <a:buNone/>
              <a:defRPr lang="ru-RU" sz="1800"/>
            </a:lvl1pPr>
            <a:lvl2pPr>
              <a:lnSpc>
                <a:spcPts val="1900"/>
              </a:lnSpc>
              <a:defRPr lang="ru-RU" sz="1800"/>
            </a:lvl2pPr>
            <a:lvl3pPr>
              <a:lnSpc>
                <a:spcPts val="1900"/>
              </a:lnSpc>
              <a:defRPr lang="ru-RU" sz="1800"/>
            </a:lvl3pPr>
            <a:lvl4pPr>
              <a:lnSpc>
                <a:spcPts val="1900"/>
              </a:lnSpc>
              <a:defRPr lang="ru-RU" sz="1800"/>
            </a:lvl4pPr>
            <a:lvl5pPr>
              <a:lnSpc>
                <a:spcPts val="1900"/>
              </a:lnSpc>
              <a:defRPr lang="ru-RU" sz="1800"/>
            </a:lvl5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0299C66-96F4-78D6-A62C-38668D590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EC2A6D20-3BBC-4875-E1DD-C75389BF2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Дата 3">
            <a:extLst>
              <a:ext uri="{FF2B5EF4-FFF2-40B4-BE49-F238E27FC236}">
                <a16:creationId xmlns:a16="http://schemas.microsoft.com/office/drawing/2014/main" id="{0375AD72-FEF2-7BD7-B33E-DE98FDD651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3D2EAD99-B809-457B-8FEA-3374F23E7D67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5C69E5E-6C22-57DA-0C62-9C6B32032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8" name="Графический объект 17">
            <a:extLst>
              <a:ext uri="{FF2B5EF4-FFF2-40B4-BE49-F238E27FC236}">
                <a16:creationId xmlns:a16="http://schemas.microsoft.com/office/drawing/2014/main" id="{34542827-11B9-15CF-AB8E-86115BEF9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9" name="Графический объект 18">
            <a:extLst>
              <a:ext uri="{FF2B5EF4-FFF2-40B4-BE49-F238E27FC236}">
                <a16:creationId xmlns:a16="http://schemas.microsoft.com/office/drawing/2014/main" id="{BEF1536F-20D9-1950-220E-4E6B881E9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20" name="Номер слайда 5">
            <a:extLst>
              <a:ext uri="{FF2B5EF4-FFF2-40B4-BE49-F238E27FC236}">
                <a16:creationId xmlns:a16="http://schemas.microsoft.com/office/drawing/2014/main" id="{F8E904D7-AB01-FD2A-6191-37814CBD08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E5DD3E5-31DE-DE3C-B506-E5AF1EC6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305989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афический объект 4">
            <a:extLst>
              <a:ext uri="{FF2B5EF4-FFF2-40B4-BE49-F238E27FC236}">
                <a16:creationId xmlns:a16="http://schemas.microsoft.com/office/drawing/2014/main" id="{5C92998A-0580-8711-F2CD-BA025D3B4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573457" y="3490004"/>
            <a:ext cx="2760781" cy="2636487"/>
            <a:chOff x="9757762" y="3673334"/>
            <a:chExt cx="2760781" cy="2636487"/>
          </a:xfrm>
          <a:solidFill>
            <a:schemeClr val="bg1">
              <a:alpha val="50000"/>
            </a:schemeClr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309E8E44-AD09-0DCB-79DA-F363143EB715}"/>
                </a:ext>
              </a:extLst>
            </p:cNvPr>
            <p:cNvSpPr/>
            <p:nvPr/>
          </p:nvSpPr>
          <p:spPr>
            <a:xfrm>
              <a:off x="9757762" y="3673334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F0C32798-3973-1B39-EA92-336F776B7AA7}"/>
                </a:ext>
              </a:extLst>
            </p:cNvPr>
            <p:cNvSpPr/>
            <p:nvPr/>
          </p:nvSpPr>
          <p:spPr>
            <a:xfrm>
              <a:off x="10777316" y="3673334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5" y="503602"/>
                    <a:pt x="0" y="390867"/>
                    <a:pt x="0" y="251801"/>
                  </a:cubicBezTo>
                  <a:cubicBezTo>
                    <a:pt x="0" y="112735"/>
                    <a:pt x="112735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6F2D963B-D621-02DD-1619-684F4DC91490}"/>
                </a:ext>
              </a:extLst>
            </p:cNvPr>
            <p:cNvSpPr/>
            <p:nvPr/>
          </p:nvSpPr>
          <p:spPr>
            <a:xfrm>
              <a:off x="11796885" y="3673334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E491E75D-715D-B554-6983-B8D0F0FF7ECE}"/>
                </a:ext>
              </a:extLst>
            </p:cNvPr>
            <p:cNvSpPr/>
            <p:nvPr/>
          </p:nvSpPr>
          <p:spPr>
            <a:xfrm>
              <a:off x="9757762" y="4731130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80BE3828-09E2-3B37-DAF2-0F1EF6FBB447}"/>
                </a:ext>
              </a:extLst>
            </p:cNvPr>
            <p:cNvSpPr/>
            <p:nvPr/>
          </p:nvSpPr>
          <p:spPr>
            <a:xfrm>
              <a:off x="10777316" y="4731130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5" y="503602"/>
                    <a:pt x="0" y="390867"/>
                    <a:pt x="0" y="251801"/>
                  </a:cubicBezTo>
                  <a:cubicBezTo>
                    <a:pt x="0" y="112735"/>
                    <a:pt x="112735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11BD5FBB-6BCD-9E17-CA4C-DA3621F258BF}"/>
                </a:ext>
              </a:extLst>
            </p:cNvPr>
            <p:cNvSpPr/>
            <p:nvPr/>
          </p:nvSpPr>
          <p:spPr>
            <a:xfrm>
              <a:off x="11796885" y="4731130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64AD5227-34EB-06BB-7D33-8014F2DE4711}"/>
                </a:ext>
              </a:extLst>
            </p:cNvPr>
            <p:cNvSpPr/>
            <p:nvPr/>
          </p:nvSpPr>
          <p:spPr>
            <a:xfrm>
              <a:off x="9757762" y="5788920"/>
              <a:ext cx="503603" cy="503606"/>
            </a:xfrm>
            <a:custGeom>
              <a:avLst/>
              <a:gdLst>
                <a:gd name="connsiteX0" fmla="*/ 0 w 503603"/>
                <a:gd name="connsiteY0" fmla="*/ 251798 h 503606"/>
                <a:gd name="connsiteX1" fmla="*/ 251802 w 503603"/>
                <a:gd name="connsiteY1" fmla="*/ 0 h 503606"/>
                <a:gd name="connsiteX2" fmla="*/ 503604 w 503603"/>
                <a:gd name="connsiteY2" fmla="*/ 251798 h 503606"/>
                <a:gd name="connsiteX3" fmla="*/ 251802 w 503603"/>
                <a:gd name="connsiteY3" fmla="*/ 503606 h 503606"/>
                <a:gd name="connsiteX4" fmla="*/ 0 w 503603"/>
                <a:gd name="connsiteY4" fmla="*/ 251798 h 50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6">
                  <a:moveTo>
                    <a:pt x="0" y="251798"/>
                  </a:moveTo>
                  <a:cubicBezTo>
                    <a:pt x="0" y="112736"/>
                    <a:pt x="112737" y="0"/>
                    <a:pt x="251802" y="0"/>
                  </a:cubicBezTo>
                  <a:cubicBezTo>
                    <a:pt x="390867" y="0"/>
                    <a:pt x="503604" y="112736"/>
                    <a:pt x="503604" y="251798"/>
                  </a:cubicBezTo>
                  <a:cubicBezTo>
                    <a:pt x="503604" y="390859"/>
                    <a:pt x="390869" y="503606"/>
                    <a:pt x="251802" y="503606"/>
                  </a:cubicBezTo>
                  <a:cubicBezTo>
                    <a:pt x="112734" y="503606"/>
                    <a:pt x="0" y="390870"/>
                    <a:pt x="0" y="251798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8A22BFF6-8FC1-1C45-6065-DDBFC3366BC5}"/>
                </a:ext>
              </a:extLst>
            </p:cNvPr>
            <p:cNvSpPr/>
            <p:nvPr/>
          </p:nvSpPr>
          <p:spPr>
            <a:xfrm>
              <a:off x="10777320" y="5788920"/>
              <a:ext cx="503608" cy="503606"/>
            </a:xfrm>
            <a:custGeom>
              <a:avLst/>
              <a:gdLst>
                <a:gd name="connsiteX0" fmla="*/ 0 w 503608"/>
                <a:gd name="connsiteY0" fmla="*/ 251798 h 503606"/>
                <a:gd name="connsiteX1" fmla="*/ 251799 w 503608"/>
                <a:gd name="connsiteY1" fmla="*/ 0 h 503606"/>
                <a:gd name="connsiteX2" fmla="*/ 503608 w 503608"/>
                <a:gd name="connsiteY2" fmla="*/ 251798 h 503606"/>
                <a:gd name="connsiteX3" fmla="*/ 251799 w 503608"/>
                <a:gd name="connsiteY3" fmla="*/ 503606 h 503606"/>
                <a:gd name="connsiteX4" fmla="*/ 0 w 503608"/>
                <a:gd name="connsiteY4" fmla="*/ 251798 h 50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8" h="503606">
                  <a:moveTo>
                    <a:pt x="0" y="251798"/>
                  </a:moveTo>
                  <a:cubicBezTo>
                    <a:pt x="0" y="112736"/>
                    <a:pt x="112737" y="0"/>
                    <a:pt x="251799" y="0"/>
                  </a:cubicBezTo>
                  <a:cubicBezTo>
                    <a:pt x="390872" y="0"/>
                    <a:pt x="503608" y="112736"/>
                    <a:pt x="503608" y="251798"/>
                  </a:cubicBezTo>
                  <a:cubicBezTo>
                    <a:pt x="503608" y="390859"/>
                    <a:pt x="390872" y="503606"/>
                    <a:pt x="251799" y="503606"/>
                  </a:cubicBezTo>
                  <a:cubicBezTo>
                    <a:pt x="112737" y="503606"/>
                    <a:pt x="0" y="390870"/>
                    <a:pt x="0" y="251798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A146F39A-3BE2-E627-E2A8-097C4BA7329F}"/>
                </a:ext>
              </a:extLst>
            </p:cNvPr>
            <p:cNvSpPr/>
            <p:nvPr/>
          </p:nvSpPr>
          <p:spPr>
            <a:xfrm>
              <a:off x="11796889" y="5788920"/>
              <a:ext cx="503608" cy="503606"/>
            </a:xfrm>
            <a:custGeom>
              <a:avLst/>
              <a:gdLst>
                <a:gd name="connsiteX0" fmla="*/ 0 w 503608"/>
                <a:gd name="connsiteY0" fmla="*/ 251798 h 503606"/>
                <a:gd name="connsiteX1" fmla="*/ 251799 w 503608"/>
                <a:gd name="connsiteY1" fmla="*/ 0 h 503606"/>
                <a:gd name="connsiteX2" fmla="*/ 503608 w 503608"/>
                <a:gd name="connsiteY2" fmla="*/ 251798 h 503606"/>
                <a:gd name="connsiteX3" fmla="*/ 251799 w 503608"/>
                <a:gd name="connsiteY3" fmla="*/ 503606 h 503606"/>
                <a:gd name="connsiteX4" fmla="*/ 0 w 503608"/>
                <a:gd name="connsiteY4" fmla="*/ 251798 h 50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8" h="503606">
                  <a:moveTo>
                    <a:pt x="0" y="251798"/>
                  </a:moveTo>
                  <a:cubicBezTo>
                    <a:pt x="0" y="112736"/>
                    <a:pt x="112737" y="0"/>
                    <a:pt x="251799" y="0"/>
                  </a:cubicBezTo>
                  <a:cubicBezTo>
                    <a:pt x="390872" y="0"/>
                    <a:pt x="503608" y="112736"/>
                    <a:pt x="503608" y="251798"/>
                  </a:cubicBezTo>
                  <a:cubicBezTo>
                    <a:pt x="503608" y="390859"/>
                    <a:pt x="390872" y="503606"/>
                    <a:pt x="251799" y="503606"/>
                  </a:cubicBezTo>
                  <a:cubicBezTo>
                    <a:pt x="112737" y="503606"/>
                    <a:pt x="0" y="390870"/>
                    <a:pt x="0" y="251798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B8722D0A-E5E5-85E8-8A98-85D9705FC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81000" y="2282879"/>
            <a:ext cx="4269018" cy="3187700"/>
            <a:chOff x="1698171" y="691024"/>
            <a:chExt cx="4269018" cy="3187700"/>
          </a:xfrm>
        </p:grpSpPr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B6302B80-DDF6-B2B7-6559-5B19EDC98763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4269018" cy="3187700"/>
              <a:chOff x="1466850" y="380320"/>
              <a:chExt cx="4493564" cy="3355370"/>
            </a:xfrm>
          </p:grpSpPr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81CCE774-3C05-A473-EC2B-CC0477DD95B7}"/>
                  </a:ext>
                </a:extLst>
              </p:cNvPr>
              <p:cNvSpPr/>
              <p:nvPr userDrawn="1"/>
            </p:nvSpPr>
            <p:spPr>
              <a:xfrm>
                <a:off x="1466850" y="875619"/>
                <a:ext cx="4493564" cy="2860071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F2119DFF-8596-5767-9E16-1F5D2A0890B0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4493564" cy="495300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66202FE4-E23F-5D9F-6685-2591771D5E07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25" name="Овал 24">
                <a:extLst>
                  <a:ext uri="{FF2B5EF4-FFF2-40B4-BE49-F238E27FC236}">
                    <a16:creationId xmlns:a16="http://schemas.microsoft.com/office/drawing/2014/main" id="{F1CC1965-068E-9CDB-3C77-0B37519DC63E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6" name="Овал 25">
                <a:extLst>
                  <a:ext uri="{FF2B5EF4-FFF2-40B4-BE49-F238E27FC236}">
                    <a16:creationId xmlns:a16="http://schemas.microsoft.com/office/drawing/2014/main" id="{75490BAC-795F-B586-F7A7-4DFB64162F77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F93C3DAB-2ED3-29C3-4C46-70C1FE5C77D0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30" name="Заголовок 1">
            <a:extLst>
              <a:ext uri="{FF2B5EF4-FFF2-40B4-BE49-F238E27FC236}">
                <a16:creationId xmlns:a16="http://schemas.microsoft.com/office/drawing/2014/main" id="{85C02728-7F58-1ED1-7B84-326CE837D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077710"/>
            <a:ext cx="4269017" cy="2109186"/>
          </a:xfrm>
        </p:spPr>
        <p:txBody>
          <a:bodyPr rtlCol="0"/>
          <a:lstStyle>
            <a:lvl1pPr algn="ctr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723D7900-A764-0B16-7BED-F9EBD836AC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934496" y="731509"/>
            <a:ext cx="6876503" cy="4739070"/>
            <a:chOff x="1698171" y="691024"/>
            <a:chExt cx="6876503" cy="4739070"/>
          </a:xfrm>
        </p:grpSpPr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C0DAD512-E415-2CBA-7F91-C6B058A5ADBD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6876503" cy="4739070"/>
              <a:chOff x="1466850" y="380320"/>
              <a:chExt cx="7238199" cy="4988342"/>
            </a:xfrm>
          </p:grpSpPr>
          <p:sp>
            <p:nvSpPr>
              <p:cNvPr id="38" name="Прямоугольник 37">
                <a:extLst>
                  <a:ext uri="{FF2B5EF4-FFF2-40B4-BE49-F238E27FC236}">
                    <a16:creationId xmlns:a16="http://schemas.microsoft.com/office/drawing/2014/main" id="{921D068B-EDAE-2B09-0C52-3807110CD594}"/>
                  </a:ext>
                </a:extLst>
              </p:cNvPr>
              <p:cNvSpPr/>
              <p:nvPr userDrawn="1"/>
            </p:nvSpPr>
            <p:spPr>
              <a:xfrm>
                <a:off x="1466850" y="875621"/>
                <a:ext cx="7238199" cy="4493041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9" name="Прямоугольник 38">
                <a:extLst>
                  <a:ext uri="{FF2B5EF4-FFF2-40B4-BE49-F238E27FC236}">
                    <a16:creationId xmlns:a16="http://schemas.microsoft.com/office/drawing/2014/main" id="{6825F6B8-7F31-9F6F-6F40-4446D62B0C09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7238199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7110B156-7097-18AF-109C-9129C1D27D5C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35" name="Овал 34">
                <a:extLst>
                  <a:ext uri="{FF2B5EF4-FFF2-40B4-BE49-F238E27FC236}">
                    <a16:creationId xmlns:a16="http://schemas.microsoft.com/office/drawing/2014/main" id="{868629EE-2788-3490-B87C-FE2A00069885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6" name="Овал 35">
                <a:extLst>
                  <a:ext uri="{FF2B5EF4-FFF2-40B4-BE49-F238E27FC236}">
                    <a16:creationId xmlns:a16="http://schemas.microsoft.com/office/drawing/2014/main" id="{BD13927A-0814-22EA-70B1-CD822828F18E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7" name="Овал 36">
                <a:extLst>
                  <a:ext uri="{FF2B5EF4-FFF2-40B4-BE49-F238E27FC236}">
                    <a16:creationId xmlns:a16="http://schemas.microsoft.com/office/drawing/2014/main" id="{7BEDD65C-96D1-E6E2-62CE-14973E1DB1B4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4" name="Местозаполнитель таблицы 3">
            <a:extLst>
              <a:ext uri="{FF2B5EF4-FFF2-40B4-BE49-F238E27FC236}">
                <a16:creationId xmlns:a16="http://schemas.microsoft.com/office/drawing/2014/main" id="{18AADC3C-8146-4144-3ABA-28E1B1F4AADD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4934493" y="1202058"/>
            <a:ext cx="6876504" cy="4270248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endParaRPr lang="ru-RU" dirty="0"/>
          </a:p>
        </p:txBody>
      </p:sp>
      <p:pic>
        <p:nvPicPr>
          <p:cNvPr id="6" name="Графический объект 5">
            <a:extLst>
              <a:ext uri="{FF2B5EF4-FFF2-40B4-BE49-F238E27FC236}">
                <a16:creationId xmlns:a16="http://schemas.microsoft.com/office/drawing/2014/main" id="{C6DD2ED3-A6F4-FD7E-59F8-1FAE8FBBA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256"/>
          <a:stretch/>
        </p:blipFill>
        <p:spPr>
          <a:xfrm rot="16200000">
            <a:off x="1495710" y="-1028662"/>
            <a:ext cx="2029124" cy="4086444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8D3D389B-1A71-78E3-E524-47DEFE36F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3E7AF89-C0F4-4BB7-8B68-933CBF0B3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Дата 3">
            <a:extLst>
              <a:ext uri="{FF2B5EF4-FFF2-40B4-BE49-F238E27FC236}">
                <a16:creationId xmlns:a16="http://schemas.microsoft.com/office/drawing/2014/main" id="{17933C8A-8E9F-F250-DAB7-5B1C82537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50CC0B67-4873-43C1-A59D-C8B8243567FE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43" name="Графический объект 42">
            <a:extLst>
              <a:ext uri="{FF2B5EF4-FFF2-40B4-BE49-F238E27FC236}">
                <a16:creationId xmlns:a16="http://schemas.microsoft.com/office/drawing/2014/main" id="{824FC607-995F-898A-B4E2-47161383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44" name="Графический объект 43">
            <a:extLst>
              <a:ext uri="{FF2B5EF4-FFF2-40B4-BE49-F238E27FC236}">
                <a16:creationId xmlns:a16="http://schemas.microsoft.com/office/drawing/2014/main" id="{2D6615CA-D60B-84EA-CBF6-70186E3CF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45" name="Графический объект 44">
            <a:extLst>
              <a:ext uri="{FF2B5EF4-FFF2-40B4-BE49-F238E27FC236}">
                <a16:creationId xmlns:a16="http://schemas.microsoft.com/office/drawing/2014/main" id="{88C02DF0-EBE4-4C6F-CE9A-61B39F1F7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46" name="Номер слайда 5">
            <a:extLst>
              <a:ext uri="{FF2B5EF4-FFF2-40B4-BE49-F238E27FC236}">
                <a16:creationId xmlns:a16="http://schemas.microsoft.com/office/drawing/2014/main" id="{AFEE4071-4B5B-AFB4-B178-D09387257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3023153-9A4E-D9D3-6DE0-2D3EA610B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275210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асибо за внимание!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Прямоугольник: Скругленные углы 60">
            <a:extLst>
              <a:ext uri="{FF2B5EF4-FFF2-40B4-BE49-F238E27FC236}">
                <a16:creationId xmlns:a16="http://schemas.microsoft.com/office/drawing/2014/main" id="{85477807-ECB9-BBC9-E832-2FE89AC32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36550" y="327025"/>
            <a:ext cx="11518900" cy="5561466"/>
          </a:xfrm>
          <a:prstGeom prst="roundRect">
            <a:avLst>
              <a:gd name="adj" fmla="val 1928"/>
            </a:avLst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746" y="327023"/>
            <a:ext cx="5931354" cy="5561465"/>
          </a:xfr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ru-RU" sz="6000" dirty="0"/>
            </a:lvl1pPr>
          </a:lstStyle>
          <a:p>
            <a:pPr lvl="0" algn="ctr" rtl="0"/>
            <a:r>
              <a:rPr lang="ru-RU" b="1"/>
              <a:t>Заголовок слайда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FB66CFD9-87C8-0968-9FB0-CF7AE4F61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575684" y="1200589"/>
            <a:ext cx="3365366" cy="3804114"/>
            <a:chOff x="1698171" y="691024"/>
            <a:chExt cx="3365366" cy="3804114"/>
          </a:xfrm>
        </p:grpSpPr>
        <p:grpSp>
          <p:nvGrpSpPr>
            <p:cNvPr id="7" name="Группа 6">
              <a:extLst>
                <a:ext uri="{FF2B5EF4-FFF2-40B4-BE49-F238E27FC236}">
                  <a16:creationId xmlns:a16="http://schemas.microsoft.com/office/drawing/2014/main" id="{5571AD75-22F7-E387-8455-0EE6231C2AA8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3365366" cy="3804114"/>
              <a:chOff x="1466850" y="380320"/>
              <a:chExt cx="3542380" cy="4004209"/>
            </a:xfrm>
          </p:grpSpPr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14EBD37B-479C-8610-9921-3DD1D3B53203}"/>
                  </a:ext>
                </a:extLst>
              </p:cNvPr>
              <p:cNvSpPr/>
              <p:nvPr userDrawn="1"/>
            </p:nvSpPr>
            <p:spPr>
              <a:xfrm>
                <a:off x="1466850" y="875620"/>
                <a:ext cx="3542380" cy="350890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EE9DA007-4D12-4E50-8A2A-BFEB557D2755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3542380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43696F41-7A57-6A71-48E0-57DC0FD1F45D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10" name="Овал 9">
                <a:extLst>
                  <a:ext uri="{FF2B5EF4-FFF2-40B4-BE49-F238E27FC236}">
                    <a16:creationId xmlns:a16="http://schemas.microsoft.com/office/drawing/2014/main" id="{29B518BB-BA01-734C-8F35-C569614E32EE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3" name="Овал 22">
                <a:extLst>
                  <a:ext uri="{FF2B5EF4-FFF2-40B4-BE49-F238E27FC236}">
                    <a16:creationId xmlns:a16="http://schemas.microsoft.com/office/drawing/2014/main" id="{20CA477C-B13C-EF0B-F67F-CF0F4D703D69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4" name="Овал 23">
                <a:extLst>
                  <a:ext uri="{FF2B5EF4-FFF2-40B4-BE49-F238E27FC236}">
                    <a16:creationId xmlns:a16="http://schemas.microsoft.com/office/drawing/2014/main" id="{5ADDCC6C-0428-0F66-95AF-F34D60323CEB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7199" y="1788339"/>
            <a:ext cx="3103201" cy="3092539"/>
          </a:xfrm>
        </p:spPr>
        <p:txBody>
          <a:bodyPr tIns="0" bIns="0" rtlCol="0" anchor="ctr"/>
          <a:lstStyle>
            <a:lvl1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 lang="ru-RU" sz="1800"/>
            </a:lvl1pPr>
            <a:lvl2pPr>
              <a:lnSpc>
                <a:spcPct val="150000"/>
              </a:lnSpc>
              <a:defRPr lang="ru-RU" sz="2000"/>
            </a:lvl2pPr>
            <a:lvl3pPr>
              <a:lnSpc>
                <a:spcPct val="150000"/>
              </a:lnSpc>
              <a:defRPr lang="ru-RU" sz="1800"/>
            </a:lvl3pPr>
            <a:lvl4pPr>
              <a:lnSpc>
                <a:spcPct val="150000"/>
              </a:lnSpc>
              <a:defRPr lang="ru-RU" sz="1600"/>
            </a:lvl4pPr>
            <a:lvl5pPr>
              <a:lnSpc>
                <a:spcPct val="150000"/>
              </a:lnSpc>
              <a:defRPr lang="ru-RU" sz="1600"/>
            </a:lvl5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B5DDDB5-9047-790A-C8B0-D67E44B72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E29A5963-0FEC-D9BF-54CB-A3D6D118A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Дата 3">
            <a:extLst>
              <a:ext uri="{FF2B5EF4-FFF2-40B4-BE49-F238E27FC236}">
                <a16:creationId xmlns:a16="http://schemas.microsoft.com/office/drawing/2014/main" id="{427DBEC2-F0F7-1E8A-EDBA-2EB379509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4CD40B58-63FD-4530-B9E0-C9E7ABF65AE2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11" name="Графический объект 10">
            <a:extLst>
              <a:ext uri="{FF2B5EF4-FFF2-40B4-BE49-F238E27FC236}">
                <a16:creationId xmlns:a16="http://schemas.microsoft.com/office/drawing/2014/main" id="{3947C04A-7458-C36D-EE89-0C1F41AF3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12" name="Графический объект 11">
            <a:extLst>
              <a:ext uri="{FF2B5EF4-FFF2-40B4-BE49-F238E27FC236}">
                <a16:creationId xmlns:a16="http://schemas.microsoft.com/office/drawing/2014/main" id="{CC13B35D-F747-92EE-37C0-27E1CA8B5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3" name="Графический объект 12">
            <a:extLst>
              <a:ext uri="{FF2B5EF4-FFF2-40B4-BE49-F238E27FC236}">
                <a16:creationId xmlns:a16="http://schemas.microsoft.com/office/drawing/2014/main" id="{5DD40548-01E2-C4C3-74D5-E53F4A1C3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F021946D-D90D-3F7E-3E92-78C7E120AF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797D881-DBBF-010E-A63C-99B4B0D41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20577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афический объект 4">
            <a:extLst>
              <a:ext uri="{FF2B5EF4-FFF2-40B4-BE49-F238E27FC236}">
                <a16:creationId xmlns:a16="http://schemas.microsoft.com/office/drawing/2014/main" id="{5C92998A-0580-8711-F2CD-BA025D3B49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573457" y="3490004"/>
            <a:ext cx="2760781" cy="2636487"/>
            <a:chOff x="9757762" y="3673334"/>
            <a:chExt cx="2760781" cy="2636487"/>
          </a:xfrm>
          <a:solidFill>
            <a:schemeClr val="bg1">
              <a:alpha val="50000"/>
            </a:schemeClr>
          </a:solidFill>
        </p:grpSpPr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309E8E44-AD09-0DCB-79DA-F363143EB715}"/>
                </a:ext>
              </a:extLst>
            </p:cNvPr>
            <p:cNvSpPr/>
            <p:nvPr/>
          </p:nvSpPr>
          <p:spPr>
            <a:xfrm>
              <a:off x="9757762" y="3673334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F0C32798-3973-1B39-EA92-336F776B7AA7}"/>
                </a:ext>
              </a:extLst>
            </p:cNvPr>
            <p:cNvSpPr/>
            <p:nvPr/>
          </p:nvSpPr>
          <p:spPr>
            <a:xfrm>
              <a:off x="10777316" y="3673334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5" y="503602"/>
                    <a:pt x="0" y="390867"/>
                    <a:pt x="0" y="251801"/>
                  </a:cubicBezTo>
                  <a:cubicBezTo>
                    <a:pt x="0" y="112735"/>
                    <a:pt x="112735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6F2D963B-D621-02DD-1619-684F4DC91490}"/>
                </a:ext>
              </a:extLst>
            </p:cNvPr>
            <p:cNvSpPr/>
            <p:nvPr/>
          </p:nvSpPr>
          <p:spPr>
            <a:xfrm>
              <a:off x="11796885" y="3673334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E491E75D-715D-B554-6983-B8D0F0FF7ECE}"/>
                </a:ext>
              </a:extLst>
            </p:cNvPr>
            <p:cNvSpPr/>
            <p:nvPr/>
          </p:nvSpPr>
          <p:spPr>
            <a:xfrm>
              <a:off x="9757762" y="4731130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80BE3828-09E2-3B37-DAF2-0F1EF6FBB447}"/>
                </a:ext>
              </a:extLst>
            </p:cNvPr>
            <p:cNvSpPr/>
            <p:nvPr/>
          </p:nvSpPr>
          <p:spPr>
            <a:xfrm>
              <a:off x="10777316" y="4731130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5" y="503602"/>
                    <a:pt x="0" y="390867"/>
                    <a:pt x="0" y="251801"/>
                  </a:cubicBezTo>
                  <a:cubicBezTo>
                    <a:pt x="0" y="112735"/>
                    <a:pt x="112735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11BD5FBB-6BCD-9E17-CA4C-DA3621F258BF}"/>
                </a:ext>
              </a:extLst>
            </p:cNvPr>
            <p:cNvSpPr/>
            <p:nvPr/>
          </p:nvSpPr>
          <p:spPr>
            <a:xfrm>
              <a:off x="11796885" y="4731130"/>
              <a:ext cx="503603" cy="503601"/>
            </a:xfrm>
            <a:custGeom>
              <a:avLst/>
              <a:gdLst>
                <a:gd name="connsiteX0" fmla="*/ 503604 w 503603"/>
                <a:gd name="connsiteY0" fmla="*/ 251801 h 503601"/>
                <a:gd name="connsiteX1" fmla="*/ 251802 w 503603"/>
                <a:gd name="connsiteY1" fmla="*/ 503602 h 503601"/>
                <a:gd name="connsiteX2" fmla="*/ 0 w 503603"/>
                <a:gd name="connsiteY2" fmla="*/ 251801 h 503601"/>
                <a:gd name="connsiteX3" fmla="*/ 251802 w 503603"/>
                <a:gd name="connsiteY3" fmla="*/ 0 h 503601"/>
                <a:gd name="connsiteX4" fmla="*/ 503604 w 503603"/>
                <a:gd name="connsiteY4" fmla="*/ 251801 h 50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1">
                  <a:moveTo>
                    <a:pt x="503604" y="251801"/>
                  </a:moveTo>
                  <a:cubicBezTo>
                    <a:pt x="503604" y="390867"/>
                    <a:pt x="390868" y="503602"/>
                    <a:pt x="251802" y="503602"/>
                  </a:cubicBezTo>
                  <a:cubicBezTo>
                    <a:pt x="112736" y="503602"/>
                    <a:pt x="0" y="390867"/>
                    <a:pt x="0" y="251801"/>
                  </a:cubicBezTo>
                  <a:cubicBezTo>
                    <a:pt x="0" y="112735"/>
                    <a:pt x="112736" y="0"/>
                    <a:pt x="251802" y="0"/>
                  </a:cubicBezTo>
                  <a:cubicBezTo>
                    <a:pt x="390868" y="0"/>
                    <a:pt x="503604" y="112735"/>
                    <a:pt x="503604" y="25180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64AD5227-34EB-06BB-7D33-8014F2DE4711}"/>
                </a:ext>
              </a:extLst>
            </p:cNvPr>
            <p:cNvSpPr/>
            <p:nvPr/>
          </p:nvSpPr>
          <p:spPr>
            <a:xfrm>
              <a:off x="9757762" y="5788920"/>
              <a:ext cx="503603" cy="503606"/>
            </a:xfrm>
            <a:custGeom>
              <a:avLst/>
              <a:gdLst>
                <a:gd name="connsiteX0" fmla="*/ 0 w 503603"/>
                <a:gd name="connsiteY0" fmla="*/ 251798 h 503606"/>
                <a:gd name="connsiteX1" fmla="*/ 251802 w 503603"/>
                <a:gd name="connsiteY1" fmla="*/ 0 h 503606"/>
                <a:gd name="connsiteX2" fmla="*/ 503604 w 503603"/>
                <a:gd name="connsiteY2" fmla="*/ 251798 h 503606"/>
                <a:gd name="connsiteX3" fmla="*/ 251802 w 503603"/>
                <a:gd name="connsiteY3" fmla="*/ 503606 h 503606"/>
                <a:gd name="connsiteX4" fmla="*/ 0 w 503603"/>
                <a:gd name="connsiteY4" fmla="*/ 251798 h 50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3" h="503606">
                  <a:moveTo>
                    <a:pt x="0" y="251798"/>
                  </a:moveTo>
                  <a:cubicBezTo>
                    <a:pt x="0" y="112736"/>
                    <a:pt x="112737" y="0"/>
                    <a:pt x="251802" y="0"/>
                  </a:cubicBezTo>
                  <a:cubicBezTo>
                    <a:pt x="390867" y="0"/>
                    <a:pt x="503604" y="112736"/>
                    <a:pt x="503604" y="251798"/>
                  </a:cubicBezTo>
                  <a:cubicBezTo>
                    <a:pt x="503604" y="390859"/>
                    <a:pt x="390869" y="503606"/>
                    <a:pt x="251802" y="503606"/>
                  </a:cubicBezTo>
                  <a:cubicBezTo>
                    <a:pt x="112734" y="503606"/>
                    <a:pt x="0" y="390870"/>
                    <a:pt x="0" y="251798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8A22BFF6-8FC1-1C45-6065-DDBFC3366BC5}"/>
                </a:ext>
              </a:extLst>
            </p:cNvPr>
            <p:cNvSpPr/>
            <p:nvPr/>
          </p:nvSpPr>
          <p:spPr>
            <a:xfrm>
              <a:off x="10777320" y="5788920"/>
              <a:ext cx="503608" cy="503606"/>
            </a:xfrm>
            <a:custGeom>
              <a:avLst/>
              <a:gdLst>
                <a:gd name="connsiteX0" fmla="*/ 0 w 503608"/>
                <a:gd name="connsiteY0" fmla="*/ 251798 h 503606"/>
                <a:gd name="connsiteX1" fmla="*/ 251799 w 503608"/>
                <a:gd name="connsiteY1" fmla="*/ 0 h 503606"/>
                <a:gd name="connsiteX2" fmla="*/ 503608 w 503608"/>
                <a:gd name="connsiteY2" fmla="*/ 251798 h 503606"/>
                <a:gd name="connsiteX3" fmla="*/ 251799 w 503608"/>
                <a:gd name="connsiteY3" fmla="*/ 503606 h 503606"/>
                <a:gd name="connsiteX4" fmla="*/ 0 w 503608"/>
                <a:gd name="connsiteY4" fmla="*/ 251798 h 50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8" h="503606">
                  <a:moveTo>
                    <a:pt x="0" y="251798"/>
                  </a:moveTo>
                  <a:cubicBezTo>
                    <a:pt x="0" y="112736"/>
                    <a:pt x="112737" y="0"/>
                    <a:pt x="251799" y="0"/>
                  </a:cubicBezTo>
                  <a:cubicBezTo>
                    <a:pt x="390872" y="0"/>
                    <a:pt x="503608" y="112736"/>
                    <a:pt x="503608" y="251798"/>
                  </a:cubicBezTo>
                  <a:cubicBezTo>
                    <a:pt x="503608" y="390859"/>
                    <a:pt x="390872" y="503606"/>
                    <a:pt x="251799" y="503606"/>
                  </a:cubicBezTo>
                  <a:cubicBezTo>
                    <a:pt x="112737" y="503606"/>
                    <a:pt x="0" y="390870"/>
                    <a:pt x="0" y="251798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A146F39A-3BE2-E627-E2A8-097C4BA7329F}"/>
                </a:ext>
              </a:extLst>
            </p:cNvPr>
            <p:cNvSpPr/>
            <p:nvPr/>
          </p:nvSpPr>
          <p:spPr>
            <a:xfrm>
              <a:off x="11796889" y="5788920"/>
              <a:ext cx="503608" cy="503606"/>
            </a:xfrm>
            <a:custGeom>
              <a:avLst/>
              <a:gdLst>
                <a:gd name="connsiteX0" fmla="*/ 0 w 503608"/>
                <a:gd name="connsiteY0" fmla="*/ 251798 h 503606"/>
                <a:gd name="connsiteX1" fmla="*/ 251799 w 503608"/>
                <a:gd name="connsiteY1" fmla="*/ 0 h 503606"/>
                <a:gd name="connsiteX2" fmla="*/ 503608 w 503608"/>
                <a:gd name="connsiteY2" fmla="*/ 251798 h 503606"/>
                <a:gd name="connsiteX3" fmla="*/ 251799 w 503608"/>
                <a:gd name="connsiteY3" fmla="*/ 503606 h 503606"/>
                <a:gd name="connsiteX4" fmla="*/ 0 w 503608"/>
                <a:gd name="connsiteY4" fmla="*/ 251798 h 503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608" h="503606">
                  <a:moveTo>
                    <a:pt x="0" y="251798"/>
                  </a:moveTo>
                  <a:cubicBezTo>
                    <a:pt x="0" y="112736"/>
                    <a:pt x="112737" y="0"/>
                    <a:pt x="251799" y="0"/>
                  </a:cubicBezTo>
                  <a:cubicBezTo>
                    <a:pt x="390872" y="0"/>
                    <a:pt x="503608" y="112736"/>
                    <a:pt x="503608" y="251798"/>
                  </a:cubicBezTo>
                  <a:cubicBezTo>
                    <a:pt x="503608" y="390859"/>
                    <a:pt x="390872" y="503606"/>
                    <a:pt x="251799" y="503606"/>
                  </a:cubicBezTo>
                  <a:cubicBezTo>
                    <a:pt x="112737" y="503606"/>
                    <a:pt x="0" y="390870"/>
                    <a:pt x="0" y="251798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3618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ru-RU"/>
              </a:defPPr>
            </a:lstStyle>
            <a:p>
              <a:pPr rtl="0"/>
              <a:endParaRPr lang="ru-RU" dirty="0"/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B8722D0A-E5E5-85E8-8A98-85D9705FC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81000" y="2282879"/>
            <a:ext cx="4269018" cy="3187700"/>
            <a:chOff x="1698171" y="691024"/>
            <a:chExt cx="4269018" cy="3187700"/>
          </a:xfrm>
        </p:grpSpPr>
        <p:grpSp>
          <p:nvGrpSpPr>
            <p:cNvPr id="23" name="Группа 22">
              <a:extLst>
                <a:ext uri="{FF2B5EF4-FFF2-40B4-BE49-F238E27FC236}">
                  <a16:creationId xmlns:a16="http://schemas.microsoft.com/office/drawing/2014/main" id="{B6302B80-DDF6-B2B7-6559-5B19EDC98763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4269018" cy="3187700"/>
              <a:chOff x="1466850" y="380320"/>
              <a:chExt cx="4493564" cy="3355370"/>
            </a:xfrm>
          </p:grpSpPr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81CCE774-3C05-A473-EC2B-CC0477DD95B7}"/>
                  </a:ext>
                </a:extLst>
              </p:cNvPr>
              <p:cNvSpPr/>
              <p:nvPr userDrawn="1"/>
            </p:nvSpPr>
            <p:spPr>
              <a:xfrm>
                <a:off x="1466850" y="875619"/>
                <a:ext cx="4493564" cy="2860071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F2119DFF-8596-5767-9E16-1F5D2A0890B0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4493564" cy="495300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66202FE4-E23F-5D9F-6685-2591771D5E07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25" name="Овал 24">
                <a:extLst>
                  <a:ext uri="{FF2B5EF4-FFF2-40B4-BE49-F238E27FC236}">
                    <a16:creationId xmlns:a16="http://schemas.microsoft.com/office/drawing/2014/main" id="{F1CC1965-068E-9CDB-3C77-0B37519DC63E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6" name="Овал 25">
                <a:extLst>
                  <a:ext uri="{FF2B5EF4-FFF2-40B4-BE49-F238E27FC236}">
                    <a16:creationId xmlns:a16="http://schemas.microsoft.com/office/drawing/2014/main" id="{75490BAC-795F-B586-F7A7-4DFB64162F77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F93C3DAB-2ED3-29C3-4C46-70C1FE5C77D0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30" name="Заголовок 1">
            <a:extLst>
              <a:ext uri="{FF2B5EF4-FFF2-40B4-BE49-F238E27FC236}">
                <a16:creationId xmlns:a16="http://schemas.microsoft.com/office/drawing/2014/main" id="{85C02728-7F58-1ED1-7B84-326CE837DE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077710"/>
            <a:ext cx="4269017" cy="2109186"/>
          </a:xfrm>
        </p:spPr>
        <p:txBody>
          <a:bodyPr rtlCol="0"/>
          <a:lstStyle>
            <a:lvl1pPr algn="ctr">
              <a:defRPr lang="ru-RU" sz="3200"/>
            </a:lvl1pPr>
          </a:lstStyle>
          <a:p>
            <a:pPr rtl="0"/>
            <a:r>
              <a:rPr lang="ru-RU" b="1"/>
              <a:t>Заголовок слайда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723D7900-A764-0B16-7BED-F9EBD836AC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934496" y="731509"/>
            <a:ext cx="6876503" cy="4739070"/>
            <a:chOff x="1698171" y="691024"/>
            <a:chExt cx="6876503" cy="4739070"/>
          </a:xfrm>
        </p:grpSpPr>
        <p:grpSp>
          <p:nvGrpSpPr>
            <p:cNvPr id="33" name="Группа 32">
              <a:extLst>
                <a:ext uri="{FF2B5EF4-FFF2-40B4-BE49-F238E27FC236}">
                  <a16:creationId xmlns:a16="http://schemas.microsoft.com/office/drawing/2014/main" id="{C0DAD512-E415-2CBA-7F91-C6B058A5ADBD}"/>
                </a:ext>
              </a:extLst>
            </p:cNvPr>
            <p:cNvGrpSpPr/>
            <p:nvPr userDrawn="1"/>
          </p:nvGrpSpPr>
          <p:grpSpPr>
            <a:xfrm>
              <a:off x="1698171" y="691024"/>
              <a:ext cx="6876503" cy="4739070"/>
              <a:chOff x="1466850" y="380320"/>
              <a:chExt cx="7238199" cy="4988342"/>
            </a:xfrm>
          </p:grpSpPr>
          <p:sp>
            <p:nvSpPr>
              <p:cNvPr id="38" name="Прямоугольник 37">
                <a:extLst>
                  <a:ext uri="{FF2B5EF4-FFF2-40B4-BE49-F238E27FC236}">
                    <a16:creationId xmlns:a16="http://schemas.microsoft.com/office/drawing/2014/main" id="{921D068B-EDAE-2B09-0C52-3807110CD594}"/>
                  </a:ext>
                </a:extLst>
              </p:cNvPr>
              <p:cNvSpPr/>
              <p:nvPr userDrawn="1"/>
            </p:nvSpPr>
            <p:spPr>
              <a:xfrm>
                <a:off x="1466850" y="875621"/>
                <a:ext cx="7238199" cy="4493041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9" name="Прямоугольник 38">
                <a:extLst>
                  <a:ext uri="{FF2B5EF4-FFF2-40B4-BE49-F238E27FC236}">
                    <a16:creationId xmlns:a16="http://schemas.microsoft.com/office/drawing/2014/main" id="{6825F6B8-7F31-9F6F-6F40-4446D62B0C09}"/>
                  </a:ext>
                </a:extLst>
              </p:cNvPr>
              <p:cNvSpPr/>
              <p:nvPr userDrawn="1"/>
            </p:nvSpPr>
            <p:spPr>
              <a:xfrm>
                <a:off x="1466850" y="380320"/>
                <a:ext cx="7238199" cy="495301"/>
              </a:xfrm>
              <a:prstGeom prst="rect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7110B156-7097-18AF-109C-9129C1D27D5C}"/>
                </a:ext>
              </a:extLst>
            </p:cNvPr>
            <p:cNvGrpSpPr/>
            <p:nvPr userDrawn="1"/>
          </p:nvGrpSpPr>
          <p:grpSpPr>
            <a:xfrm>
              <a:off x="1839686" y="815293"/>
              <a:ext cx="810985" cy="212272"/>
              <a:chOff x="1883229" y="800099"/>
              <a:chExt cx="810985" cy="212272"/>
            </a:xfrm>
          </p:grpSpPr>
          <p:sp>
            <p:nvSpPr>
              <p:cNvPr id="35" name="Овал 34">
                <a:extLst>
                  <a:ext uri="{FF2B5EF4-FFF2-40B4-BE49-F238E27FC236}">
                    <a16:creationId xmlns:a16="http://schemas.microsoft.com/office/drawing/2014/main" id="{868629EE-2788-3490-B87C-FE2A00069885}"/>
                  </a:ext>
                </a:extLst>
              </p:cNvPr>
              <p:cNvSpPr/>
              <p:nvPr userDrawn="1"/>
            </p:nvSpPr>
            <p:spPr>
              <a:xfrm>
                <a:off x="1883229" y="800100"/>
                <a:ext cx="212271" cy="212271"/>
              </a:xfrm>
              <a:prstGeom prst="ellipse">
                <a:avLst/>
              </a:prstGeom>
              <a:solidFill>
                <a:schemeClr val="accent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6" name="Овал 35">
                <a:extLst>
                  <a:ext uri="{FF2B5EF4-FFF2-40B4-BE49-F238E27FC236}">
                    <a16:creationId xmlns:a16="http://schemas.microsoft.com/office/drawing/2014/main" id="{BD13927A-0814-22EA-70B1-CD822828F18E}"/>
                  </a:ext>
                </a:extLst>
              </p:cNvPr>
              <p:cNvSpPr/>
              <p:nvPr userDrawn="1"/>
            </p:nvSpPr>
            <p:spPr>
              <a:xfrm>
                <a:off x="2182586" y="800100"/>
                <a:ext cx="212271" cy="212271"/>
              </a:xfrm>
              <a:prstGeom prst="ellipse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  <p:sp>
            <p:nvSpPr>
              <p:cNvPr id="37" name="Овал 36">
                <a:extLst>
                  <a:ext uri="{FF2B5EF4-FFF2-40B4-BE49-F238E27FC236}">
                    <a16:creationId xmlns:a16="http://schemas.microsoft.com/office/drawing/2014/main" id="{7BEDD65C-96D1-E6E2-62CE-14973E1DB1B4}"/>
                  </a:ext>
                </a:extLst>
              </p:cNvPr>
              <p:cNvSpPr/>
              <p:nvPr userDrawn="1"/>
            </p:nvSpPr>
            <p:spPr>
              <a:xfrm>
                <a:off x="2481943" y="800099"/>
                <a:ext cx="212271" cy="212271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ru-RU"/>
                </a:defPPr>
              </a:lstStyle>
              <a:p>
                <a:pPr algn="ctr" rtl="0"/>
                <a:endParaRPr lang="ru-RU" dirty="0"/>
              </a:p>
            </p:txBody>
          </p:sp>
        </p:grpSp>
      </p:grp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34495" y="1202058"/>
            <a:ext cx="6876502" cy="4268520"/>
          </a:xfrm>
        </p:spPr>
        <p:txBody>
          <a:bodyPr rtlCol="0"/>
          <a:lstStyle>
            <a:lvl1pPr>
              <a:defRPr lang="ru-RU" sz="3200"/>
            </a:lvl1pPr>
            <a:lvl2pPr>
              <a:defRPr lang="ru-RU" sz="2800"/>
            </a:lvl2pPr>
            <a:lvl3pPr>
              <a:defRPr lang="ru-RU" sz="2400"/>
            </a:lvl3pPr>
            <a:lvl4pPr>
              <a:defRPr lang="ru-RU" sz="2000"/>
            </a:lvl4pPr>
            <a:lvl5pPr>
              <a:defRPr lang="ru-RU" sz="2000"/>
            </a:lvl5pPr>
            <a:lvl6pPr>
              <a:defRPr lang="ru-RU" sz="2000"/>
            </a:lvl6pPr>
            <a:lvl7pPr>
              <a:defRPr lang="ru-RU" sz="2000"/>
            </a:lvl7pPr>
            <a:lvl8pPr>
              <a:defRPr lang="ru-RU" sz="2000"/>
            </a:lvl8pPr>
            <a:lvl9pPr>
              <a:defRPr lang="ru-RU" sz="2000"/>
            </a:lvl9pPr>
          </a:lstStyle>
          <a:p>
            <a:pPr lvl="0" rtl="0"/>
            <a:r>
              <a:rPr lang="ru-RU"/>
              <a:t>Щелкните, чтобы добавить содержимое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pic>
        <p:nvPicPr>
          <p:cNvPr id="6" name="Графический объект 5">
            <a:extLst>
              <a:ext uri="{FF2B5EF4-FFF2-40B4-BE49-F238E27FC236}">
                <a16:creationId xmlns:a16="http://schemas.microsoft.com/office/drawing/2014/main" id="{C6DD2ED3-A6F4-FD7E-59F8-1FAE8FBBA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256"/>
          <a:stretch/>
        </p:blipFill>
        <p:spPr>
          <a:xfrm rot="16200000">
            <a:off x="1495710" y="-1028662"/>
            <a:ext cx="2029124" cy="4086444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8D3D389B-1A71-78E3-E524-47DEFE36F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3E7AF89-C0F4-4BB7-8B68-933CBF0B3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Дата 3">
            <a:extLst>
              <a:ext uri="{FF2B5EF4-FFF2-40B4-BE49-F238E27FC236}">
                <a16:creationId xmlns:a16="http://schemas.microsoft.com/office/drawing/2014/main" id="{17933C8A-8E9F-F250-DAB7-5B1C82537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326B3BE8-832C-4B4E-8995-BC0B71FC1D3B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43" name="Графический объект 42">
            <a:extLst>
              <a:ext uri="{FF2B5EF4-FFF2-40B4-BE49-F238E27FC236}">
                <a16:creationId xmlns:a16="http://schemas.microsoft.com/office/drawing/2014/main" id="{824FC607-995F-898A-B4E2-471613831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44" name="Графический объект 43">
            <a:extLst>
              <a:ext uri="{FF2B5EF4-FFF2-40B4-BE49-F238E27FC236}">
                <a16:creationId xmlns:a16="http://schemas.microsoft.com/office/drawing/2014/main" id="{2D6615CA-D60B-84EA-CBF6-70186E3CF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45" name="Графический объект 44">
            <a:extLst>
              <a:ext uri="{FF2B5EF4-FFF2-40B4-BE49-F238E27FC236}">
                <a16:creationId xmlns:a16="http://schemas.microsoft.com/office/drawing/2014/main" id="{88C02DF0-EBE4-4C6F-CE9A-61B39F1F7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46" name="Номер слайда 5">
            <a:extLst>
              <a:ext uri="{FF2B5EF4-FFF2-40B4-BE49-F238E27FC236}">
                <a16:creationId xmlns:a16="http://schemas.microsoft.com/office/drawing/2014/main" id="{AFEE4071-4B5B-AFB4-B178-D09387257F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3023153-9A4E-D9D3-6DE0-2D3EA610BB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7152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DD1964D-F9CA-9278-BD33-03FD979E6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226629"/>
            <a:ext cx="12192000" cy="631371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algn="ctr" rtl="0"/>
            <a:endParaRPr lang="ru-RU" dirty="0"/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AB9857CF-1C39-27BB-9B6B-6A0C1DD02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226629"/>
            <a:ext cx="121920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3">
            <a:extLst>
              <a:ext uri="{FF2B5EF4-FFF2-40B4-BE49-F238E27FC236}">
                <a16:creationId xmlns:a16="http://schemas.microsoft.com/office/drawing/2014/main" id="{F8B31A7E-FD72-B42E-26A8-319F776C10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1833" y="6226628"/>
            <a:ext cx="1560304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F3A33A56-0597-4E10-A0BE-9EF3BBACC210}" type="datetime1">
              <a:rPr lang="ru-RU" smtClean="0"/>
              <a:pPr/>
              <a:t>28.03.2026</a:t>
            </a:fld>
            <a:endParaRPr lang="ru-RU" dirty="0">
              <a:latin typeface="+mj-lt"/>
            </a:endParaRPr>
          </a:p>
        </p:txBody>
      </p:sp>
      <p:pic>
        <p:nvPicPr>
          <p:cNvPr id="8" name="Графический объект 7">
            <a:extLst>
              <a:ext uri="{FF2B5EF4-FFF2-40B4-BE49-F238E27FC236}">
                <a16:creationId xmlns:a16="http://schemas.microsoft.com/office/drawing/2014/main" id="{92487FC0-E254-7086-CC55-D7BFCEACE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42011" y="6405154"/>
            <a:ext cx="274320" cy="274320"/>
          </a:xfrm>
          <a:prstGeom prst="rect">
            <a:avLst/>
          </a:prstGeom>
        </p:spPr>
      </p:pic>
      <p:pic>
        <p:nvPicPr>
          <p:cNvPr id="9" name="Графический объект 8">
            <a:extLst>
              <a:ext uri="{FF2B5EF4-FFF2-40B4-BE49-F238E27FC236}">
                <a16:creationId xmlns:a16="http://schemas.microsoft.com/office/drawing/2014/main" id="{2F41C3E4-FF61-A611-F912-98F344213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168948" y="6405154"/>
            <a:ext cx="274320" cy="274320"/>
          </a:xfrm>
          <a:prstGeom prst="rect">
            <a:avLst/>
          </a:prstGeom>
        </p:spPr>
      </p:pic>
      <p:pic>
        <p:nvPicPr>
          <p:cNvPr id="10" name="Графический объект 9">
            <a:extLst>
              <a:ext uri="{FF2B5EF4-FFF2-40B4-BE49-F238E27FC236}">
                <a16:creationId xmlns:a16="http://schemas.microsoft.com/office/drawing/2014/main" id="{0B15F18C-70F5-E214-E8DA-4CFAE27FE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3558" t="13558" r="13558" b="13558"/>
          <a:stretch/>
        </p:blipFill>
        <p:spPr>
          <a:xfrm>
            <a:off x="8795884" y="6405154"/>
            <a:ext cx="274320" cy="274320"/>
          </a:xfrm>
          <a:prstGeom prst="rect">
            <a:avLst/>
          </a:prstGeom>
        </p:spPr>
      </p:pic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7A727095-DB42-91AA-4BB8-1CE63D89BC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  <a:prstGeom prst="rect">
            <a:avLst/>
          </a:prstGeom>
        </p:spPr>
        <p:txBody>
          <a:bodyPr vert="horz" lIns="91440" tIns="91440" rIns="91440" bIns="45720" rtlCol="0" anchor="ctr"/>
          <a:lstStyle>
            <a:lvl1pPr algn="ctr">
              <a:defRPr lang="ru-RU" sz="1800" b="1" smtClean="0">
                <a:solidFill>
                  <a:schemeClr val="tx1"/>
                </a:solidFill>
                <a:latin typeface="+mj-lt"/>
                <a:cs typeface="+mj-cs"/>
              </a:defRPr>
            </a:lvl1pPr>
          </a:lstStyle>
          <a:p>
            <a:fld id="{294A09A9-5501-47C1-A89A-A340965A2BE2}" type="slidenum">
              <a:rPr lang="ru-RU" smtClean="0"/>
              <a:pPr/>
              <a:t>‹#›</a:t>
            </a:fld>
            <a:endParaRPr lang="ru-RU" dirty="0">
              <a:latin typeface="+mj-l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E89DC3C-8238-2625-2CBD-974CA4F819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1001" y="6352731"/>
            <a:ext cx="1306286" cy="397329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ru-RU"/>
            </a:defPPr>
          </a:lstStyle>
          <a:p>
            <a:pPr lvl="0" algn="ctr" rtl="0"/>
            <a:r>
              <a:rPr lang="ru-RU" sz="1800" b="1">
                <a:solidFill>
                  <a:schemeClr val="tx1"/>
                </a:solidFill>
                <a:latin typeface="+mn-lt"/>
              </a:rPr>
              <a:t>ПУСК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 cstate="hq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ru-RU"/>
            </a:defPPr>
          </a:lstStyle>
          <a:p>
            <a:pPr rtl="0"/>
            <a:r>
              <a:rPr lang="ru-RU" b="1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ru-RU"/>
            </a:defPPr>
          </a:lstStyle>
          <a:p>
            <a:pPr lvl="0" rtl="0"/>
            <a:r>
              <a:rPr lang="ru-RU"/>
              <a:t>Щелкните, чтобы изменить стили текста образца слайда</a:t>
            </a:r>
          </a:p>
          <a:p>
            <a:pPr lvl="1" rtl="0"/>
            <a:r>
              <a:rPr lang="ru-RU"/>
              <a:t>Второй уровень</a:t>
            </a:r>
          </a:p>
          <a:p>
            <a:pPr lvl="2" rtl="0"/>
            <a:r>
              <a:rPr lang="ru-RU"/>
              <a:t>Третий уровень</a:t>
            </a:r>
          </a:p>
          <a:p>
            <a:pPr lvl="3" rtl="0"/>
            <a:r>
              <a:rPr lang="ru-RU"/>
              <a:t>Четвертый уровень</a:t>
            </a:r>
          </a:p>
          <a:p>
            <a:pPr lvl="4" rtl="0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ru-RU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1F16097B-19FA-4720-8263-205F92129BE2}" type="datetime1">
              <a:rPr lang="ru-RU" smtClean="0"/>
              <a:t>28.03.2026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ru-RU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ru-RU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294A09A9-5501-47C1-A89A-A340965A2BE2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80" r:id="rId2"/>
    <p:sldLayoutId id="2147483672" r:id="rId3"/>
    <p:sldLayoutId id="2147483673" r:id="rId4"/>
    <p:sldLayoutId id="2147483674" r:id="rId5"/>
    <p:sldLayoutId id="2147483649" r:id="rId6"/>
    <p:sldLayoutId id="2147483675" r:id="rId7"/>
    <p:sldLayoutId id="2147483676" r:id="rId8"/>
    <p:sldLayoutId id="2147483664" r:id="rId9"/>
    <p:sldLayoutId id="2147483677" r:id="rId10"/>
    <p:sldLayoutId id="2147483678" r:id="rId11"/>
    <p:sldLayoutId id="2147483681" r:id="rId12"/>
    <p:sldLayoutId id="2147483679" r:id="rId13"/>
    <p:sldLayoutId id="2147483662" r:id="rId14"/>
    <p:sldLayoutId id="2147483655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ru-RU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ru-RU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hqprint">
            <a:alphaModFix amt="80000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45574" y="1209643"/>
            <a:ext cx="7896498" cy="4968000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Оптимизация функционала банковского приложения: повышение удобства использования.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Панарина Анна</a:t>
            </a:r>
            <a:b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543F67-9C70-4748-8C0C-3A7863422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b="1" dirty="0">
              <a:latin typeface="+mj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B371F2-DBA5-415A-82C8-651F587B85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1350" y="1917700"/>
            <a:ext cx="10907016" cy="3340099"/>
          </a:xfrm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Банк «Деньги для Вас» провёл A/B-тест для оценки нового улучшенного интерфейса мобильного приложения. Цель — повысить активность и вовлечённость клиентов. В ходе теста пользователи были разделены на две группы: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 A (контрольная): использовала приложение со старым интерфейсом.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 B (тестовая): использовала приложение с новым интерфейсом.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Эксперимент длился 2 недели. Задача — оценить успешность теста, построить модель прогнозирования посещаемости и подготовить выводы для руководства.</a:t>
            </a:r>
          </a:p>
          <a:p>
            <a:pPr marL="0" indent="45000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1420634-75FC-1021-C59D-6A615E04CC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2</a:t>
            </a:fld>
            <a:endParaRPr lang="ru-RU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39799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ECA0-16DE-1A01-EBE6-09AFB1BB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046A5A-6945-B800-0256-CA62AFB06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b="1" dirty="0">
              <a:latin typeface="+mj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AB164BD-158C-80D1-2AF1-0CB0B5F2B6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1350" y="1917700"/>
            <a:ext cx="10907016" cy="3340099"/>
          </a:xfrm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Предобработка данных (очистка, обработка пропусков и выбросов).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Расчёт метрик A/B-теста: конверсия, сессии, события на сессию.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статистических гипотез (например: конверсия выше в группе B).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Построение регрессионной модели для прогноза посещаемости.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дашборда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DataLens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визуализации результатов.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Подготовка презентации с выводами и рекомендациями.</a:t>
            </a:r>
          </a:p>
          <a:p>
            <a:pPr marL="0" indent="45000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7F3E5ED-0245-77F6-50E3-F815B1DC8A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3</a:t>
            </a:fld>
            <a:endParaRPr lang="ru-RU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08696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41879-9A39-C084-ECE6-EECD72EF8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0B6E4B-8129-1348-15FB-535D9448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результаты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A/B-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22B553-359C-95D5-C581-EEB3AAA6BE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2692" y="4444181"/>
            <a:ext cx="10907016" cy="1265902"/>
          </a:xfrm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Новый интерфейс практически не повлиял на итоговую конверсию (она увеличилась всего на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.2%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но существенно повысил вовлеченность: пользователи заходят чаще (+2 сессии) и проводят в приложении почти в 2 раза больше времени.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F3466BE-4265-D16F-92D3-603D9604F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4</a:t>
            </a:fld>
            <a:endParaRPr lang="ru-RU" b="1" dirty="0">
              <a:latin typeface="+mj-lt"/>
            </a:endParaRPr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A00D3070-9F77-5DA7-BCEB-F44AF1D3C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745" y="1693454"/>
            <a:ext cx="10978909" cy="238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580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4D558-160F-7723-122F-796EC7F8A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8E4A8-5601-F35A-ACE0-54F565947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Детализация результатов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dirty="0"/>
            </a:br>
            <a:endParaRPr lang="ru-RU" b="1" dirty="0">
              <a:latin typeface="+mj-lt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85381F8-C705-6281-B461-B6F92CCB8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5</a:t>
            </a:fld>
            <a:endParaRPr lang="ru-RU" b="1" dirty="0">
              <a:latin typeface="+mj-lt"/>
            </a:endParaRPr>
          </a:p>
        </p:txBody>
      </p:sp>
      <p:pic>
        <p:nvPicPr>
          <p:cNvPr id="10" name="Рисунок 9" descr="Изображение выглядит как текст, снимок экрана, Шрифт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22412C8-A0E1-38D4-0D6D-E37E2FFE4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" y="1399923"/>
            <a:ext cx="5288441" cy="3337281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E317FDE-A60B-BE2A-1AA2-D75CE7F057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1399001"/>
            <a:ext cx="5476137" cy="33908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2749F5-67C3-4C10-24C5-E8AD174F0F62}"/>
              </a:ext>
            </a:extLst>
          </p:cNvPr>
          <p:cNvSpPr txBox="1"/>
          <p:nvPr/>
        </p:nvSpPr>
        <p:spPr>
          <a:xfrm>
            <a:off x="2209800" y="4789854"/>
            <a:ext cx="1386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Ios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F576BF-5255-EEBE-6167-5ABF8F1CBF7B}"/>
              </a:ext>
            </a:extLst>
          </p:cNvPr>
          <p:cNvSpPr txBox="1"/>
          <p:nvPr/>
        </p:nvSpPr>
        <p:spPr>
          <a:xfrm>
            <a:off x="8313422" y="4789854"/>
            <a:ext cx="6107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endParaRPr lang="ru-RU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9777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C8531-BE77-2112-5070-E2C3ACBCF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5DB914-BECC-9CFA-721A-6FE59676F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Детализация результатов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dirty="0"/>
            </a:br>
            <a:endParaRPr lang="ru-RU" b="1" dirty="0">
              <a:latin typeface="+mj-lt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14D028E-BE54-A638-92C2-FE6273296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6</a:t>
            </a:fld>
            <a:endParaRPr lang="ru-RU" b="1" dirty="0">
              <a:latin typeface="+mj-lt"/>
            </a:endParaRPr>
          </a:p>
        </p:txBody>
      </p:sp>
      <p:pic>
        <p:nvPicPr>
          <p:cNvPr id="8" name="Рисунок 7" descr="Изображение выглядит как текст, снимок экрана, диаграмм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742FC0-6559-DA19-7E00-ABA6B41D4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85" y="1527547"/>
            <a:ext cx="5141036" cy="3271569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299E3C7-29FC-E9E0-D96D-E46933033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2220" y="1527547"/>
            <a:ext cx="5141036" cy="325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814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D2636-430E-A5D4-07CB-D312BB30D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5DA3C9-91F6-1ACB-19DF-7C1F95733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Прогнозная модель посещаемости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2855E3-6CD4-AC06-77FF-EC509C5810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1350" y="1917700"/>
            <a:ext cx="10907016" cy="3340099"/>
          </a:xfrm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0" indent="45000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38EF83-F553-1242-50CE-B621A01A68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7</a:t>
            </a:fld>
            <a:endParaRPr lang="ru-RU" b="1" dirty="0">
              <a:latin typeface="+mj-lt"/>
            </a:endParaRPr>
          </a:p>
        </p:txBody>
      </p:sp>
      <p:pic>
        <p:nvPicPr>
          <p:cNvPr id="6" name="Рисунок 5" descr="Изображение выглядит как текст, диаграмма, График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C31C5D-51F7-5335-1A4A-D7D7ACAA7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795" y="1516381"/>
            <a:ext cx="6012571" cy="4262152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CB248FF-68DD-73DF-052D-3ACDC095E885}"/>
              </a:ext>
            </a:extLst>
          </p:cNvPr>
          <p:cNvSpPr/>
          <p:nvPr/>
        </p:nvSpPr>
        <p:spPr>
          <a:xfrm>
            <a:off x="641350" y="1693454"/>
            <a:ext cx="4517390" cy="3952966"/>
          </a:xfrm>
          <a:prstGeom prst="rect">
            <a:avLst/>
          </a:prstGeom>
          <a:solidFill>
            <a:schemeClr val="bg1"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Чтобы банк мог планировать ресурсы, мы построили модель, которая предсказывает, сколько пользователей зайдёт в приложение завтра.</a:t>
            </a:r>
          </a:p>
          <a:p>
            <a:pPr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Мы сравнили две модели. 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Forest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оказалась точнее — она ошибается всего на 950 посещений в день (это около 8%), что на четверть лучше, чем у линейной регрессии. Наша модель позволяет с уверенностью </a:t>
            </a: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91.9%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прогнозировать нагрузку. Это помогает технической команде подготовить серверы, а маркетологам — планировать акции на самые «горячие» дни.</a:t>
            </a:r>
          </a:p>
        </p:txBody>
      </p:sp>
    </p:spTree>
    <p:extLst>
      <p:ext uri="{BB962C8B-B14F-4D97-AF65-F5344CB8AC3E}">
        <p14:creationId xmlns:p14="http://schemas.microsoft.com/office/powerpoint/2010/main" val="2104924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4E20-2D9D-6D89-2AB4-10725DA4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9508E2-B548-48D0-F402-7DEC481D0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 и рекомендации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2A8B9B-27B5-765D-D3A5-19B053D648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1350" y="1917700"/>
            <a:ext cx="10907016" cy="3340099"/>
          </a:xfrm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Новый интерфейс статистически значимо увеличил вовлеченность пользователей: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Количество сессий на пользователя выросло на 31.9%.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Средняя длительность сессии увеличилась на 93.3% (почти вдвое).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Конверсия осталась 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высоком уровне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76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%) и статистически не изменилась.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Наибольший прирост транзакционной активности наблюдается среди пользователей 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 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Android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в равной степени.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Рекомендация:</a:t>
            </a:r>
          </a:p>
          <a:p>
            <a:pPr marL="0" indent="45000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Внедрить новый интерфейс для всех пользователей. Он доказал свою эффективность в увеличении времени взаимодействия с приложением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9E8D30-DDAE-CF25-6874-83BF26847B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8</a:t>
            </a:fld>
            <a:endParaRPr lang="ru-RU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67256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69D74-F597-A705-BF63-81DB2CEE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C3FF5E-4762-74F4-5152-A0C6D710E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350" y="530572"/>
            <a:ext cx="10907016" cy="1162882"/>
          </a:xfrm>
        </p:spPr>
        <p:txBody>
          <a:bodyPr rtlCol="0"/>
          <a:lstStyle>
            <a:defPPr>
              <a:defRPr lang="ru-RU"/>
            </a:defPPr>
          </a:lstStyle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 дальнейших исследований: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A61B5E-84F2-4D9A-03B9-72994BE7DF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1350" y="1917700"/>
            <a:ext cx="10907016" cy="3340099"/>
          </a:xfrm>
        </p:spPr>
        <p:txBody>
          <a:bodyPr vert="horz" lIns="91440" tIns="45720" rIns="91440" bIns="45720" rtlCol="0" anchor="t">
            <a:normAutofit/>
          </a:bodyPr>
          <a:lstStyle>
            <a:defPPr>
              <a:defRPr lang="ru-RU"/>
            </a:defPPr>
          </a:lstStyle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A/A-тест: Проверить корректность работы системы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сплитования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трафика перед запуском следующих экспериментов.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Глубокий анализ монетизации: Изучить, как возросшая вовлеченность конвертируется в рост среднего чека, количества финансовых продуктов на клиента или обращения в службу поддержки.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новых гипотез: На основе данных о поведении в новом интерфейсе сформулировать и протестировать улучшения для конкретных воронок (например, ускорение процесса перевода или оформления карты).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Долгосрочный эффект: Запланировать повторный анализ ключевых метрик через 1-2 месяца после полного внедрения, чтобы оценить устойчивость эффекта.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2AA1013-6219-17ED-5725-852544B800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2137" y="6226628"/>
            <a:ext cx="630748" cy="631372"/>
          </a:xfrm>
        </p:spPr>
        <p:txBody>
          <a:bodyPr rtlCol="0"/>
          <a:lstStyle>
            <a:defPPr>
              <a:defRPr lang="ru-RU"/>
            </a:defPPr>
          </a:lstStyle>
          <a:p>
            <a:pPr rtl="0"/>
            <a:fld id="{294A09A9-5501-47C1-A89A-A340965A2BE2}" type="slidenum">
              <a:rPr lang="ru-RU" b="1" smtClean="0">
                <a:latin typeface="+mj-lt"/>
              </a:rPr>
              <a:pPr rtl="0"/>
              <a:t>9</a:t>
            </a:fld>
            <a:endParaRPr lang="ru-RU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9769708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ая">
  <a:themeElements>
    <a:clrScheme name="Custom 89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8698DA"/>
      </a:accent1>
      <a:accent2>
        <a:srgbClr val="9EE0F8"/>
      </a:accent2>
      <a:accent3>
        <a:srgbClr val="C1F088"/>
      </a:accent3>
      <a:accent4>
        <a:srgbClr val="A4E4D2"/>
      </a:accent4>
      <a:accent5>
        <a:srgbClr val="FFBF8F"/>
      </a:accent5>
      <a:accent6>
        <a:srgbClr val="FABBB0"/>
      </a:accent6>
      <a:hlink>
        <a:srgbClr val="56C7AA"/>
      </a:hlink>
      <a:folHlink>
        <a:srgbClr val="59A8D1"/>
      </a:folHlink>
    </a:clrScheme>
    <a:fontScheme name="Custom 74">
      <a:majorFont>
        <a:latin typeface="Calibri"/>
        <a:ea typeface=""/>
        <a:cs typeface="Calibri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56596226_Win32_SL_V6" id="{D9DA734B-CC3F-4DBB-B6FE-0BB140309365}" vid="{69AD8D68-423B-4DFD-8A07-EF38EEF8EBC8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89">
    <a:dk1>
      <a:sysClr val="windowText" lastClr="000000"/>
    </a:dk1>
    <a:lt1>
      <a:sysClr val="window" lastClr="FFFFFF"/>
    </a:lt1>
    <a:dk2>
      <a:srgbClr val="212745"/>
    </a:dk2>
    <a:lt2>
      <a:srgbClr val="B4DCFA"/>
    </a:lt2>
    <a:accent1>
      <a:srgbClr val="8698DA"/>
    </a:accent1>
    <a:accent2>
      <a:srgbClr val="9EE0F8"/>
    </a:accent2>
    <a:accent3>
      <a:srgbClr val="C1F088"/>
    </a:accent3>
    <a:accent4>
      <a:srgbClr val="A4E4D2"/>
    </a:accent4>
    <a:accent5>
      <a:srgbClr val="FFBF8F"/>
    </a:accent5>
    <a:accent6>
      <a:srgbClr val="FABBB0"/>
    </a:accent6>
    <a:hlink>
      <a:srgbClr val="56C7AA"/>
    </a:hlink>
    <a:folHlink>
      <a:srgbClr val="59A8D1"/>
    </a:folHlink>
  </a:clrScheme>
</a:themeOverride>
</file>

<file path=ppt/theme/themeOverride2.xml><?xml version="1.0" encoding="utf-8"?>
<a:themeOverride xmlns:a="http://schemas.openxmlformats.org/drawingml/2006/main">
  <a:clrScheme name="Custom 89">
    <a:dk1>
      <a:sysClr val="windowText" lastClr="000000"/>
    </a:dk1>
    <a:lt1>
      <a:sysClr val="window" lastClr="FFFFFF"/>
    </a:lt1>
    <a:dk2>
      <a:srgbClr val="212745"/>
    </a:dk2>
    <a:lt2>
      <a:srgbClr val="B4DCFA"/>
    </a:lt2>
    <a:accent1>
      <a:srgbClr val="8698DA"/>
    </a:accent1>
    <a:accent2>
      <a:srgbClr val="9EE0F8"/>
    </a:accent2>
    <a:accent3>
      <a:srgbClr val="C1F088"/>
    </a:accent3>
    <a:accent4>
      <a:srgbClr val="A4E4D2"/>
    </a:accent4>
    <a:accent5>
      <a:srgbClr val="FFBF8F"/>
    </a:accent5>
    <a:accent6>
      <a:srgbClr val="FABBB0"/>
    </a:accent6>
    <a:hlink>
      <a:srgbClr val="56C7AA"/>
    </a:hlink>
    <a:folHlink>
      <a:srgbClr val="59A8D1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1CFE71-3FEB-410F-B4FF-3D986B4B64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81AD4F-527A-4A88-9D9F-EFDB01771BD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6239674-1887-41DB-914A-BD2B863063C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279</TotalTime>
  <Words>493</Words>
  <Application>Microsoft Office PowerPoint</Application>
  <PresentationFormat>Широкоэкранный</PresentationFormat>
  <Paragraphs>51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Century Gothic</vt:lpstr>
      <vt:lpstr>Times New Roman</vt:lpstr>
      <vt:lpstr>Пользовательская</vt:lpstr>
      <vt:lpstr>Оптимизация функционала банковского приложения: повышение удобства использования.  Панарина Анна </vt:lpstr>
      <vt:lpstr>Цель и задачи:</vt:lpstr>
      <vt:lpstr>Основные задачи:</vt:lpstr>
      <vt:lpstr>Ключевые результаты A/B-теста:</vt:lpstr>
      <vt:lpstr>Детализация результатов: </vt:lpstr>
      <vt:lpstr>Детализация результатов: </vt:lpstr>
      <vt:lpstr>Прогнозная модель посещаемости:</vt:lpstr>
      <vt:lpstr>Выводы и рекомендации:</vt:lpstr>
      <vt:lpstr>План дальнейших исследований: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Pt Ev</dc:creator>
  <cp:lastModifiedBy>Анна Панарина</cp:lastModifiedBy>
  <cp:revision>15</cp:revision>
  <dcterms:created xsi:type="dcterms:W3CDTF">2024-01-28T15:41:30Z</dcterms:created>
  <dcterms:modified xsi:type="dcterms:W3CDTF">2026-03-28T19:17:44Z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